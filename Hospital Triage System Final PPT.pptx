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61" r:id="rId4"/>
    <p:sldId id="258" r:id="rId5"/>
    <p:sldId id="263" r:id="rId6"/>
    <p:sldId id="259" r:id="rId7"/>
    <p:sldId id="264" r:id="rId8"/>
    <p:sldId id="260" r:id="rId9"/>
    <p:sldId id="265" r:id="rId10"/>
    <p:sldId id="266" r:id="rId11"/>
    <p:sldId id="267" r:id="rId12"/>
    <p:sldId id="268" r:id="rId13"/>
    <p:sldId id="269" r:id="rId14"/>
    <p:sldId id="270" r:id="rId15"/>
    <p:sldId id="271" r:id="rId16"/>
    <p:sldId id="272" r:id="rId17"/>
    <p:sldId id="26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04E10E-D603-4207-8036-7EB782A481EF}" v="86" dt="2026-09-30T15:55:23.5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1" autoAdjust="0"/>
    <p:restoredTop sz="94660"/>
  </p:normalViewPr>
  <p:slideViewPr>
    <p:cSldViewPr snapToGrid="0">
      <p:cViewPr varScale="1">
        <p:scale>
          <a:sx n="78" d="100"/>
          <a:sy n="78" d="100"/>
        </p:scale>
        <p:origin x="85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dhika Harshitha Reddy" userId="b227607005b34ca1" providerId="LiveId" clId="{78F30295-E795-4A15-8F46-B351588C3FAF}"/>
    <pc:docChg chg="undo custSel addSld delSld modSld sldOrd">
      <pc:chgData name="Maddhika Harshitha Reddy" userId="b227607005b34ca1" providerId="LiveId" clId="{78F30295-E795-4A15-8F46-B351588C3FAF}" dt="2026-10-14T08:19:15.852" v="3238" actId="20577"/>
      <pc:docMkLst>
        <pc:docMk/>
      </pc:docMkLst>
      <pc:sldChg chg="ord">
        <pc:chgData name="Maddhika Harshitha Reddy" userId="b227607005b34ca1" providerId="LiveId" clId="{78F30295-E795-4A15-8F46-B351588C3FAF}" dt="2026-09-23T06:00:33.782" v="698"/>
        <pc:sldMkLst>
          <pc:docMk/>
          <pc:sldMk cId="1570750093" sldId="256"/>
        </pc:sldMkLst>
      </pc:sldChg>
      <pc:sldChg chg="addSp delSp modSp mod modClrScheme chgLayout">
        <pc:chgData name="Maddhika Harshitha Reddy" userId="b227607005b34ca1" providerId="LiveId" clId="{78F30295-E795-4A15-8F46-B351588C3FAF}" dt="2026-09-23T05:58:49.750" v="650" actId="1076"/>
        <pc:sldMkLst>
          <pc:docMk/>
          <pc:sldMk cId="4104242747" sldId="258"/>
        </pc:sldMkLst>
        <pc:spChg chg="mod ord">
          <ac:chgData name="Maddhika Harshitha Reddy" userId="b227607005b34ca1" providerId="LiveId" clId="{78F30295-E795-4A15-8F46-B351588C3FAF}" dt="2026-09-23T05:58:49.750" v="650" actId="1076"/>
          <ac:spMkLst>
            <pc:docMk/>
            <pc:sldMk cId="4104242747" sldId="258"/>
            <ac:spMk id="2" creationId="{8E154CC5-4FD5-611A-4481-E878E281E2CD}"/>
          </ac:spMkLst>
        </pc:spChg>
        <pc:spChg chg="mod ord">
          <ac:chgData name="Maddhika Harshitha Reddy" userId="b227607005b34ca1" providerId="LiveId" clId="{78F30295-E795-4A15-8F46-B351588C3FAF}" dt="2026-09-23T05:41:38.883" v="0" actId="700"/>
          <ac:spMkLst>
            <pc:docMk/>
            <pc:sldMk cId="4104242747" sldId="258"/>
            <ac:spMk id="4" creationId="{DC07C684-562B-9D58-E086-68CEC325CB0E}"/>
          </ac:spMkLst>
        </pc:spChg>
        <pc:spChg chg="mod ord">
          <ac:chgData name="Maddhika Harshitha Reddy" userId="b227607005b34ca1" providerId="LiveId" clId="{78F30295-E795-4A15-8F46-B351588C3FAF}" dt="2026-09-23T05:41:38.883" v="0" actId="700"/>
          <ac:spMkLst>
            <pc:docMk/>
            <pc:sldMk cId="4104242747" sldId="258"/>
            <ac:spMk id="5" creationId="{24433CBD-9819-BA1C-8720-D89215B1A639}"/>
          </ac:spMkLst>
        </pc:spChg>
        <pc:graphicFrameChg chg="add mod modGraphic">
          <ac:chgData name="Maddhika Harshitha Reddy" userId="b227607005b34ca1" providerId="LiveId" clId="{78F30295-E795-4A15-8F46-B351588C3FAF}" dt="2026-09-23T05:58:35.835" v="649" actId="14100"/>
          <ac:graphicFrameMkLst>
            <pc:docMk/>
            <pc:sldMk cId="4104242747" sldId="258"/>
            <ac:graphicFrameMk id="9" creationId="{0C3B893F-CA87-3DA8-D4A3-0422CE641620}"/>
          </ac:graphicFrameMkLst>
        </pc:graphicFrameChg>
      </pc:sldChg>
      <pc:sldChg chg="addSp delSp modSp mod modClrScheme chgLayout">
        <pc:chgData name="Maddhika Harshitha Reddy" userId="b227607005b34ca1" providerId="LiveId" clId="{78F30295-E795-4A15-8F46-B351588C3FAF}" dt="2026-09-30T14:18:38.612" v="2379" actId="2711"/>
        <pc:sldMkLst>
          <pc:docMk/>
          <pc:sldMk cId="4178111765" sldId="259"/>
        </pc:sldMkLst>
        <pc:spChg chg="mod ord">
          <ac:chgData name="Maddhika Harshitha Reddy" userId="b227607005b34ca1" providerId="LiveId" clId="{78F30295-E795-4A15-8F46-B351588C3FAF}" dt="2026-09-23T10:44:50.189" v="1157" actId="1076"/>
          <ac:spMkLst>
            <pc:docMk/>
            <pc:sldMk cId="4178111765" sldId="259"/>
            <ac:spMk id="2" creationId="{3954FDF4-A21D-11D6-CA7A-382058E2F499}"/>
          </ac:spMkLst>
        </pc:spChg>
        <pc:spChg chg="add mod">
          <ac:chgData name="Maddhika Harshitha Reddy" userId="b227607005b34ca1" providerId="LiveId" clId="{78F30295-E795-4A15-8F46-B351588C3FAF}" dt="2026-09-30T14:18:38.612" v="2379" actId="2711"/>
          <ac:spMkLst>
            <pc:docMk/>
            <pc:sldMk cId="4178111765" sldId="259"/>
            <ac:spMk id="3" creationId="{D0ADD02F-09F2-F69F-75E9-3E2E61D0CB69}"/>
          </ac:spMkLst>
        </pc:spChg>
        <pc:spChg chg="mod ord">
          <ac:chgData name="Maddhika Harshitha Reddy" userId="b227607005b34ca1" providerId="LiveId" clId="{78F30295-E795-4A15-8F46-B351588C3FAF}" dt="2026-09-23T05:59:17.334" v="651" actId="700"/>
          <ac:spMkLst>
            <pc:docMk/>
            <pc:sldMk cId="4178111765" sldId="259"/>
            <ac:spMk id="4" creationId="{08D11724-4931-2511-D4E0-AFF95EF4DE35}"/>
          </ac:spMkLst>
        </pc:spChg>
        <pc:spChg chg="mod ord">
          <ac:chgData name="Maddhika Harshitha Reddy" userId="b227607005b34ca1" providerId="LiveId" clId="{78F30295-E795-4A15-8F46-B351588C3FAF}" dt="2026-09-23T05:59:17.334" v="651" actId="700"/>
          <ac:spMkLst>
            <pc:docMk/>
            <pc:sldMk cId="4178111765" sldId="259"/>
            <ac:spMk id="5" creationId="{552284BF-AE73-C39E-0CCD-CD938FF84864}"/>
          </ac:spMkLst>
        </pc:spChg>
        <pc:spChg chg="add mod">
          <ac:chgData name="Maddhika Harshitha Reddy" userId="b227607005b34ca1" providerId="LiveId" clId="{78F30295-E795-4A15-8F46-B351588C3FAF}" dt="2026-09-23T13:22:59.645" v="1238" actId="1076"/>
          <ac:spMkLst>
            <pc:docMk/>
            <pc:sldMk cId="4178111765" sldId="259"/>
            <ac:spMk id="6" creationId="{09B27023-7C4A-4CE5-3452-A7DCE47EE93B}"/>
          </ac:spMkLst>
        </pc:spChg>
        <pc:spChg chg="add mod">
          <ac:chgData name="Maddhika Harshitha Reddy" userId="b227607005b34ca1" providerId="LiveId" clId="{78F30295-E795-4A15-8F46-B351588C3FAF}" dt="2026-09-23T13:30:08.793" v="1291" actId="20577"/>
          <ac:spMkLst>
            <pc:docMk/>
            <pc:sldMk cId="4178111765" sldId="259"/>
            <ac:spMk id="7" creationId="{6B90A7BE-4AB4-5CF2-8D5F-93ACF9C849D7}"/>
          </ac:spMkLst>
        </pc:spChg>
        <pc:spChg chg="add mod">
          <ac:chgData name="Maddhika Harshitha Reddy" userId="b227607005b34ca1" providerId="LiveId" clId="{78F30295-E795-4A15-8F46-B351588C3FAF}" dt="2026-09-23T13:31:04.082" v="1302" actId="1076"/>
          <ac:spMkLst>
            <pc:docMk/>
            <pc:sldMk cId="4178111765" sldId="259"/>
            <ac:spMk id="8" creationId="{D1920A23-4983-51C5-9FB1-D4579AE3D605}"/>
          </ac:spMkLst>
        </pc:spChg>
        <pc:spChg chg="add mod">
          <ac:chgData name="Maddhika Harshitha Reddy" userId="b227607005b34ca1" providerId="LiveId" clId="{78F30295-E795-4A15-8F46-B351588C3FAF}" dt="2026-09-23T13:30:44.997" v="1299" actId="688"/>
          <ac:spMkLst>
            <pc:docMk/>
            <pc:sldMk cId="4178111765" sldId="259"/>
            <ac:spMk id="9" creationId="{DE981D10-736F-C6D4-F107-A3F2D429F80F}"/>
          </ac:spMkLst>
        </pc:spChg>
        <pc:spChg chg="add mod">
          <ac:chgData name="Maddhika Harshitha Reddy" userId="b227607005b34ca1" providerId="LiveId" clId="{78F30295-E795-4A15-8F46-B351588C3FAF}" dt="2026-09-23T13:30:59.447" v="1301" actId="1076"/>
          <ac:spMkLst>
            <pc:docMk/>
            <pc:sldMk cId="4178111765" sldId="259"/>
            <ac:spMk id="10" creationId="{BD6D4662-297B-5FB7-F79B-402BC10955E5}"/>
          </ac:spMkLst>
        </pc:spChg>
        <pc:spChg chg="add mod">
          <ac:chgData name="Maddhika Harshitha Reddy" userId="b227607005b34ca1" providerId="LiveId" clId="{78F30295-E795-4A15-8F46-B351588C3FAF}" dt="2026-09-23T13:30:19.932" v="1294" actId="20577"/>
          <ac:spMkLst>
            <pc:docMk/>
            <pc:sldMk cId="4178111765" sldId="259"/>
            <ac:spMk id="11" creationId="{EB22739A-CC45-85A1-7EA3-D70A732A4399}"/>
          </ac:spMkLst>
        </pc:spChg>
        <pc:spChg chg="add mod">
          <ac:chgData name="Maddhika Harshitha Reddy" userId="b227607005b34ca1" providerId="LiveId" clId="{78F30295-E795-4A15-8F46-B351588C3FAF}" dt="2026-09-23T13:32:26.697" v="1335" actId="1076"/>
          <ac:spMkLst>
            <pc:docMk/>
            <pc:sldMk cId="4178111765" sldId="259"/>
            <ac:spMk id="14" creationId="{AC356A52-4E28-81B2-2564-83A476A9F4FF}"/>
          </ac:spMkLst>
        </pc:spChg>
        <pc:spChg chg="add mod">
          <ac:chgData name="Maddhika Harshitha Reddy" userId="b227607005b34ca1" providerId="LiveId" clId="{78F30295-E795-4A15-8F46-B351588C3FAF}" dt="2026-09-23T13:33:01.703" v="1338" actId="1076"/>
          <ac:spMkLst>
            <pc:docMk/>
            <pc:sldMk cId="4178111765" sldId="259"/>
            <ac:spMk id="16" creationId="{C36B76ED-5920-6963-1E91-1246C4780223}"/>
          </ac:spMkLst>
        </pc:spChg>
        <pc:spChg chg="add mod">
          <ac:chgData name="Maddhika Harshitha Reddy" userId="b227607005b34ca1" providerId="LiveId" clId="{78F30295-E795-4A15-8F46-B351588C3FAF}" dt="2026-09-23T13:33:50.567" v="1342" actId="1076"/>
          <ac:spMkLst>
            <pc:docMk/>
            <pc:sldMk cId="4178111765" sldId="259"/>
            <ac:spMk id="18" creationId="{8A532AE5-34FA-CC13-15A0-AD1A8207AEFB}"/>
          </ac:spMkLst>
        </pc:spChg>
        <pc:spChg chg="add mod">
          <ac:chgData name="Maddhika Harshitha Reddy" userId="b227607005b34ca1" providerId="LiveId" clId="{78F30295-E795-4A15-8F46-B351588C3FAF}" dt="2026-09-23T13:34:14.355" v="1344" actId="1076"/>
          <ac:spMkLst>
            <pc:docMk/>
            <pc:sldMk cId="4178111765" sldId="259"/>
            <ac:spMk id="20" creationId="{F753DFBA-A3B5-8C6B-B14F-AC7AF8391532}"/>
          </ac:spMkLst>
        </pc:spChg>
        <pc:spChg chg="add mod">
          <ac:chgData name="Maddhika Harshitha Reddy" userId="b227607005b34ca1" providerId="LiveId" clId="{78F30295-E795-4A15-8F46-B351588C3FAF}" dt="2026-09-23T13:35:45.321" v="1348" actId="1076"/>
          <ac:spMkLst>
            <pc:docMk/>
            <pc:sldMk cId="4178111765" sldId="259"/>
            <ac:spMk id="22" creationId="{7BC297FD-6F47-9A93-5CD9-0D2291EDBC39}"/>
          </ac:spMkLst>
        </pc:spChg>
        <pc:spChg chg="add mod">
          <ac:chgData name="Maddhika Harshitha Reddy" userId="b227607005b34ca1" providerId="LiveId" clId="{78F30295-E795-4A15-8F46-B351588C3FAF}" dt="2026-09-23T13:36:14.126" v="1352" actId="1076"/>
          <ac:spMkLst>
            <pc:docMk/>
            <pc:sldMk cId="4178111765" sldId="259"/>
            <ac:spMk id="24" creationId="{E81ADE8B-291A-EED8-7F55-10FDA46F638B}"/>
          </ac:spMkLst>
        </pc:spChg>
        <pc:spChg chg="add mod">
          <ac:chgData name="Maddhika Harshitha Reddy" userId="b227607005b34ca1" providerId="LiveId" clId="{78F30295-E795-4A15-8F46-B351588C3FAF}" dt="2026-09-23T13:38:00.991" v="1360" actId="1076"/>
          <ac:spMkLst>
            <pc:docMk/>
            <pc:sldMk cId="4178111765" sldId="259"/>
            <ac:spMk id="26" creationId="{F3928A9F-86B1-7605-8D7D-D358A4026833}"/>
          </ac:spMkLst>
        </pc:spChg>
        <pc:spChg chg="add mod">
          <ac:chgData name="Maddhika Harshitha Reddy" userId="b227607005b34ca1" providerId="LiveId" clId="{78F30295-E795-4A15-8F46-B351588C3FAF}" dt="2026-09-23T13:37:30.528" v="1357" actId="1076"/>
          <ac:spMkLst>
            <pc:docMk/>
            <pc:sldMk cId="4178111765" sldId="259"/>
            <ac:spMk id="28" creationId="{7A1C02CD-A607-0986-CC2B-30504D0F9EBA}"/>
          </ac:spMkLst>
        </pc:spChg>
        <pc:spChg chg="add mod">
          <ac:chgData name="Maddhika Harshitha Reddy" userId="b227607005b34ca1" providerId="LiveId" clId="{78F30295-E795-4A15-8F46-B351588C3FAF}" dt="2026-09-23T13:37:51.726" v="1359" actId="1076"/>
          <ac:spMkLst>
            <pc:docMk/>
            <pc:sldMk cId="4178111765" sldId="259"/>
            <ac:spMk id="30" creationId="{927A6FDE-D095-8BC2-69EC-F3985BAB1F2E}"/>
          </ac:spMkLst>
        </pc:spChg>
        <pc:spChg chg="add mod">
          <ac:chgData name="Maddhika Harshitha Reddy" userId="b227607005b34ca1" providerId="LiveId" clId="{78F30295-E795-4A15-8F46-B351588C3FAF}" dt="2026-09-23T13:38:21.779" v="1362" actId="1076"/>
          <ac:spMkLst>
            <pc:docMk/>
            <pc:sldMk cId="4178111765" sldId="259"/>
            <ac:spMk id="32" creationId="{41EDE57C-AEFB-A6DE-B980-AE9DF3C3E7C2}"/>
          </ac:spMkLst>
        </pc:spChg>
      </pc:sldChg>
      <pc:sldChg chg="addSp delSp modSp mod modClrScheme chgLayout">
        <pc:chgData name="Maddhika Harshitha Reddy" userId="b227607005b34ca1" providerId="LiveId" clId="{78F30295-E795-4A15-8F46-B351588C3FAF}" dt="2026-09-23T14:07:40.052" v="1602" actId="255"/>
        <pc:sldMkLst>
          <pc:docMk/>
          <pc:sldMk cId="1869875426" sldId="260"/>
        </pc:sldMkLst>
        <pc:spChg chg="mod ord">
          <ac:chgData name="Maddhika Harshitha Reddy" userId="b227607005b34ca1" providerId="LiveId" clId="{78F30295-E795-4A15-8F46-B351588C3FAF}" dt="2026-09-23T14:04:26.866" v="1568" actId="1076"/>
          <ac:spMkLst>
            <pc:docMk/>
            <pc:sldMk cId="1869875426" sldId="260"/>
            <ac:spMk id="2" creationId="{C73BDDFB-DFEC-7A21-D889-17965A225820}"/>
          </ac:spMkLst>
        </pc:spChg>
        <pc:spChg chg="mod ord">
          <ac:chgData name="Maddhika Harshitha Reddy" userId="b227607005b34ca1" providerId="LiveId" clId="{78F30295-E795-4A15-8F46-B351588C3FAF}" dt="2026-09-23T14:03:41.464" v="1527" actId="700"/>
          <ac:spMkLst>
            <pc:docMk/>
            <pc:sldMk cId="1869875426" sldId="260"/>
            <ac:spMk id="4" creationId="{8E0078FF-2013-E475-6F3D-0A16F8585865}"/>
          </ac:spMkLst>
        </pc:spChg>
        <pc:spChg chg="mod ord">
          <ac:chgData name="Maddhika Harshitha Reddy" userId="b227607005b34ca1" providerId="LiveId" clId="{78F30295-E795-4A15-8F46-B351588C3FAF}" dt="2026-09-23T14:03:41.464" v="1527" actId="700"/>
          <ac:spMkLst>
            <pc:docMk/>
            <pc:sldMk cId="1869875426" sldId="260"/>
            <ac:spMk id="5" creationId="{95DE39BA-552D-5E87-9C16-8B5724296666}"/>
          </ac:spMkLst>
        </pc:spChg>
        <pc:spChg chg="add mod">
          <ac:chgData name="Maddhika Harshitha Reddy" userId="b227607005b34ca1" providerId="LiveId" clId="{78F30295-E795-4A15-8F46-B351588C3FAF}" dt="2026-09-23T14:06:57.889" v="1597" actId="14100"/>
          <ac:spMkLst>
            <pc:docMk/>
            <pc:sldMk cId="1869875426" sldId="260"/>
            <ac:spMk id="6" creationId="{4B6D923B-5DAD-55E0-33CB-393643F9B5CB}"/>
          </ac:spMkLst>
        </pc:spChg>
        <pc:spChg chg="add mod">
          <ac:chgData name="Maddhika Harshitha Reddy" userId="b227607005b34ca1" providerId="LiveId" clId="{78F30295-E795-4A15-8F46-B351588C3FAF}" dt="2026-09-23T14:07:40.052" v="1602" actId="255"/>
          <ac:spMkLst>
            <pc:docMk/>
            <pc:sldMk cId="1869875426" sldId="260"/>
            <ac:spMk id="7" creationId="{6761C217-7E27-AA22-2804-57E1D17A89A8}"/>
          </ac:spMkLst>
        </pc:spChg>
      </pc:sldChg>
      <pc:sldChg chg="modSp mod">
        <pc:chgData name="Maddhika Harshitha Reddy" userId="b227607005b34ca1" providerId="LiveId" clId="{78F30295-E795-4A15-8F46-B351588C3FAF}" dt="2026-10-14T08:19:15.852" v="3238" actId="20577"/>
        <pc:sldMkLst>
          <pc:docMk/>
          <pc:sldMk cId="3980090555" sldId="261"/>
        </pc:sldMkLst>
        <pc:spChg chg="mod">
          <ac:chgData name="Maddhika Harshitha Reddy" userId="b227607005b34ca1" providerId="LiveId" clId="{78F30295-E795-4A15-8F46-B351588C3FAF}" dt="2026-10-14T08:19:15.852" v="3238" actId="20577"/>
          <ac:spMkLst>
            <pc:docMk/>
            <pc:sldMk cId="3980090555" sldId="261"/>
            <ac:spMk id="25" creationId="{037EF918-5DFD-5C50-84BB-C5151E204D8A}"/>
          </ac:spMkLst>
        </pc:spChg>
      </pc:sldChg>
      <pc:sldChg chg="addSp delSp modSp mod modClrScheme chgLayout">
        <pc:chgData name="Maddhika Harshitha Reddy" userId="b227607005b34ca1" providerId="LiveId" clId="{78F30295-E795-4A15-8F46-B351588C3FAF}" dt="2026-09-23T15:03:37.258" v="2294" actId="1076"/>
        <pc:sldMkLst>
          <pc:docMk/>
          <pc:sldMk cId="1396777043" sldId="262"/>
        </pc:sldMkLst>
        <pc:spChg chg="mod ord">
          <ac:chgData name="Maddhika Harshitha Reddy" userId="b227607005b34ca1" providerId="LiveId" clId="{78F30295-E795-4A15-8F46-B351588C3FAF}" dt="2026-09-23T15:00:41.770" v="2285" actId="1076"/>
          <ac:spMkLst>
            <pc:docMk/>
            <pc:sldMk cId="1396777043" sldId="262"/>
            <ac:spMk id="2" creationId="{BDCEF2EB-DC8E-A39F-8C45-4CB81854799A}"/>
          </ac:spMkLst>
        </pc:spChg>
        <pc:spChg chg="mod ord">
          <ac:chgData name="Maddhika Harshitha Reddy" userId="b227607005b34ca1" providerId="LiveId" clId="{78F30295-E795-4A15-8F46-B351588C3FAF}" dt="2026-09-23T15:00:27.725" v="2283" actId="700"/>
          <ac:spMkLst>
            <pc:docMk/>
            <pc:sldMk cId="1396777043" sldId="262"/>
            <ac:spMk id="4" creationId="{48D4BAD5-7EFF-4B1E-4929-B42B4691DD0D}"/>
          </ac:spMkLst>
        </pc:spChg>
        <pc:spChg chg="mod ord">
          <ac:chgData name="Maddhika Harshitha Reddy" userId="b227607005b34ca1" providerId="LiveId" clId="{78F30295-E795-4A15-8F46-B351588C3FAF}" dt="2026-09-23T15:00:27.725" v="2283" actId="700"/>
          <ac:spMkLst>
            <pc:docMk/>
            <pc:sldMk cId="1396777043" sldId="262"/>
            <ac:spMk id="5" creationId="{793CFBAF-EF7C-CF04-7D6A-23B99B45B2CF}"/>
          </ac:spMkLst>
        </pc:spChg>
        <pc:spChg chg="add mod">
          <ac:chgData name="Maddhika Harshitha Reddy" userId="b227607005b34ca1" providerId="LiveId" clId="{78F30295-E795-4A15-8F46-B351588C3FAF}" dt="2026-09-23T15:03:20.994" v="2292" actId="1076"/>
          <ac:spMkLst>
            <pc:docMk/>
            <pc:sldMk cId="1396777043" sldId="262"/>
            <ac:spMk id="9" creationId="{19D11DCD-C1C7-B68E-BB99-8EFBE4A780EC}"/>
          </ac:spMkLst>
        </pc:spChg>
        <pc:spChg chg="add mod">
          <ac:chgData name="Maddhika Harshitha Reddy" userId="b227607005b34ca1" providerId="LiveId" clId="{78F30295-E795-4A15-8F46-B351588C3FAF}" dt="2026-09-23T15:03:37.258" v="2294" actId="1076"/>
          <ac:spMkLst>
            <pc:docMk/>
            <pc:sldMk cId="1396777043" sldId="262"/>
            <ac:spMk id="11" creationId="{E275B067-CAA6-BAC7-33A3-A9FBD5AB4093}"/>
          </ac:spMkLst>
        </pc:spChg>
        <pc:picChg chg="add mod">
          <ac:chgData name="Maddhika Harshitha Reddy" userId="b227607005b34ca1" providerId="LiveId" clId="{78F30295-E795-4A15-8F46-B351588C3FAF}" dt="2026-09-23T15:02:30.341" v="2290" actId="1076"/>
          <ac:picMkLst>
            <pc:docMk/>
            <pc:sldMk cId="1396777043" sldId="262"/>
            <ac:picMk id="7" creationId="{E723BD3B-7F10-8DDA-A5A9-4F0D66FF97C0}"/>
          </ac:picMkLst>
        </pc:picChg>
      </pc:sldChg>
      <pc:sldChg chg="addSp delSp modSp new mod ord">
        <pc:chgData name="Maddhika Harshitha Reddy" userId="b227607005b34ca1" providerId="LiveId" clId="{78F30295-E795-4A15-8F46-B351588C3FAF}" dt="2026-09-23T13:22:28.126" v="1234" actId="2711"/>
        <pc:sldMkLst>
          <pc:docMk/>
          <pc:sldMk cId="2447412072" sldId="263"/>
        </pc:sldMkLst>
        <pc:spChg chg="add mod">
          <ac:chgData name="Maddhika Harshitha Reddy" userId="b227607005b34ca1" providerId="LiveId" clId="{78F30295-E795-4A15-8F46-B351588C3FAF}" dt="2026-09-23T06:00:31.420" v="696" actId="1076"/>
          <ac:spMkLst>
            <pc:docMk/>
            <pc:sldMk cId="2447412072" sldId="263"/>
            <ac:spMk id="4" creationId="{C3902E34-69AD-6965-754D-8325716AC13C}"/>
          </ac:spMkLst>
        </pc:spChg>
        <pc:spChg chg="add mod">
          <ac:chgData name="Maddhika Harshitha Reddy" userId="b227607005b34ca1" providerId="LiveId" clId="{78F30295-E795-4A15-8F46-B351588C3FAF}" dt="2026-09-23T07:43:34.468" v="933" actId="1076"/>
          <ac:spMkLst>
            <pc:docMk/>
            <pc:sldMk cId="2447412072" sldId="263"/>
            <ac:spMk id="5" creationId="{B717D808-8F76-54AD-6896-B5ABA86166F8}"/>
          </ac:spMkLst>
        </pc:spChg>
        <pc:spChg chg="add mod">
          <ac:chgData name="Maddhika Harshitha Reddy" userId="b227607005b34ca1" providerId="LiveId" clId="{78F30295-E795-4A15-8F46-B351588C3FAF}" dt="2026-09-23T13:22:28.126" v="1234" actId="2711"/>
          <ac:spMkLst>
            <pc:docMk/>
            <pc:sldMk cId="2447412072" sldId="263"/>
            <ac:spMk id="6" creationId="{01669AFA-FED3-10EE-814F-BD0EE3C65E75}"/>
          </ac:spMkLst>
        </pc:spChg>
        <pc:spChg chg="add mod">
          <ac:chgData name="Maddhika Harshitha Reddy" userId="b227607005b34ca1" providerId="LiveId" clId="{78F30295-E795-4A15-8F46-B351588C3FAF}" dt="2026-09-23T07:40:14.309" v="890" actId="1076"/>
          <ac:spMkLst>
            <pc:docMk/>
            <pc:sldMk cId="2447412072" sldId="263"/>
            <ac:spMk id="7" creationId="{65E70351-B707-3E6C-8EE0-29CF10EB301E}"/>
          </ac:spMkLst>
        </pc:spChg>
        <pc:spChg chg="add mod">
          <ac:chgData name="Maddhika Harshitha Reddy" userId="b227607005b34ca1" providerId="LiveId" clId="{78F30295-E795-4A15-8F46-B351588C3FAF}" dt="2026-09-23T07:39:58.954" v="887" actId="14100"/>
          <ac:spMkLst>
            <pc:docMk/>
            <pc:sldMk cId="2447412072" sldId="263"/>
            <ac:spMk id="8" creationId="{4E48DD1F-58B7-B68F-86AA-F1090750FCED}"/>
          </ac:spMkLst>
        </pc:spChg>
        <pc:spChg chg="add mod">
          <ac:chgData name="Maddhika Harshitha Reddy" userId="b227607005b34ca1" providerId="LiveId" clId="{78F30295-E795-4A15-8F46-B351588C3FAF}" dt="2026-09-23T07:40:07.721" v="889" actId="14100"/>
          <ac:spMkLst>
            <pc:docMk/>
            <pc:sldMk cId="2447412072" sldId="263"/>
            <ac:spMk id="9" creationId="{30820CD8-3AF8-3FEE-B9C7-C5491A5AE175}"/>
          </ac:spMkLst>
        </pc:spChg>
        <pc:spChg chg="add mod">
          <ac:chgData name="Maddhika Harshitha Reddy" userId="b227607005b34ca1" providerId="LiveId" clId="{78F30295-E795-4A15-8F46-B351588C3FAF}" dt="2026-09-23T07:40:39.222" v="895" actId="14100"/>
          <ac:spMkLst>
            <pc:docMk/>
            <pc:sldMk cId="2447412072" sldId="263"/>
            <ac:spMk id="10" creationId="{7ADC7C0E-312D-2483-2BAD-0B680F9706C4}"/>
          </ac:spMkLst>
        </pc:spChg>
        <pc:spChg chg="add mod">
          <ac:chgData name="Maddhika Harshitha Reddy" userId="b227607005b34ca1" providerId="LiveId" clId="{78F30295-E795-4A15-8F46-B351588C3FAF}" dt="2026-09-23T07:40:52.323" v="897" actId="1076"/>
          <ac:spMkLst>
            <pc:docMk/>
            <pc:sldMk cId="2447412072" sldId="263"/>
            <ac:spMk id="11" creationId="{CAE0CAFE-D773-A016-0141-68D3459568BD}"/>
          </ac:spMkLst>
        </pc:spChg>
        <pc:spChg chg="add mod">
          <ac:chgData name="Maddhika Harshitha Reddy" userId="b227607005b34ca1" providerId="LiveId" clId="{78F30295-E795-4A15-8F46-B351588C3FAF}" dt="2026-09-23T07:41:02.299" v="899" actId="14100"/>
          <ac:spMkLst>
            <pc:docMk/>
            <pc:sldMk cId="2447412072" sldId="263"/>
            <ac:spMk id="12" creationId="{DA1E1316-E14D-6FF8-E1D3-5433F583BD50}"/>
          </ac:spMkLst>
        </pc:spChg>
        <pc:spChg chg="add mod">
          <ac:chgData name="Maddhika Harshitha Reddy" userId="b227607005b34ca1" providerId="LiveId" clId="{78F30295-E795-4A15-8F46-B351588C3FAF}" dt="2026-09-23T07:41:24.318" v="904" actId="14100"/>
          <ac:spMkLst>
            <pc:docMk/>
            <pc:sldMk cId="2447412072" sldId="263"/>
            <ac:spMk id="13" creationId="{53AAEA68-87B4-4E19-2B9A-B927166B2308}"/>
          </ac:spMkLst>
        </pc:spChg>
        <pc:spChg chg="add mod">
          <ac:chgData name="Maddhika Harshitha Reddy" userId="b227607005b34ca1" providerId="LiveId" clId="{78F30295-E795-4A15-8F46-B351588C3FAF}" dt="2026-09-23T13:22:12.884" v="1232" actId="2711"/>
          <ac:spMkLst>
            <pc:docMk/>
            <pc:sldMk cId="2447412072" sldId="263"/>
            <ac:spMk id="14" creationId="{EA0F5831-896C-D36F-603F-399B104B2C55}"/>
          </ac:spMkLst>
        </pc:spChg>
      </pc:sldChg>
      <pc:sldChg chg="addSp delSp modSp new mod">
        <pc:chgData name="Maddhika Harshitha Reddy" userId="b227607005b34ca1" providerId="LiveId" clId="{78F30295-E795-4A15-8F46-B351588C3FAF}" dt="2026-09-30T15:59:35.790" v="3237" actId="478"/>
        <pc:sldMkLst>
          <pc:docMk/>
          <pc:sldMk cId="3876250638" sldId="264"/>
        </pc:sldMkLst>
        <pc:spChg chg="add mod">
          <ac:chgData name="Maddhika Harshitha Reddy" userId="b227607005b34ca1" providerId="LiveId" clId="{78F30295-E795-4A15-8F46-B351588C3FAF}" dt="2026-09-23T13:48:37.773" v="1370" actId="1076"/>
          <ac:spMkLst>
            <pc:docMk/>
            <pc:sldMk cId="3876250638" sldId="264"/>
            <ac:spMk id="5" creationId="{7795165C-9DD9-6311-33A3-1650CF94F76B}"/>
          </ac:spMkLst>
        </pc:spChg>
        <pc:spChg chg="add mod">
          <ac:chgData name="Maddhika Harshitha Reddy" userId="b227607005b34ca1" providerId="LiveId" clId="{78F30295-E795-4A15-8F46-B351588C3FAF}" dt="2026-09-30T14:18:06.971" v="2375" actId="2711"/>
          <ac:spMkLst>
            <pc:docMk/>
            <pc:sldMk cId="3876250638" sldId="264"/>
            <ac:spMk id="7" creationId="{3384D05F-064F-1FF8-9FC5-F87E041F4C14}"/>
          </ac:spMkLst>
        </pc:spChg>
        <pc:spChg chg="add mod">
          <ac:chgData name="Maddhika Harshitha Reddy" userId="b227607005b34ca1" providerId="LiveId" clId="{78F30295-E795-4A15-8F46-B351588C3FAF}" dt="2026-09-30T14:18:13.966" v="2376" actId="2711"/>
          <ac:spMkLst>
            <pc:docMk/>
            <pc:sldMk cId="3876250638" sldId="264"/>
            <ac:spMk id="10" creationId="{170D0E4E-DD82-F131-F451-22DA779977DF}"/>
          </ac:spMkLst>
        </pc:spChg>
        <pc:spChg chg="add mod">
          <ac:chgData name="Maddhika Harshitha Reddy" userId="b227607005b34ca1" providerId="LiveId" clId="{78F30295-E795-4A15-8F46-B351588C3FAF}" dt="2026-09-30T14:18:20.773" v="2377" actId="2711"/>
          <ac:spMkLst>
            <pc:docMk/>
            <pc:sldMk cId="3876250638" sldId="264"/>
            <ac:spMk id="11" creationId="{D227DDE6-2393-17A3-61B5-746F1FC4B79E}"/>
          </ac:spMkLst>
        </pc:spChg>
        <pc:spChg chg="add mod">
          <ac:chgData name="Maddhika Harshitha Reddy" userId="b227607005b34ca1" providerId="LiveId" clId="{78F30295-E795-4A15-8F46-B351588C3FAF}" dt="2026-09-30T14:18:27.413" v="2378" actId="2711"/>
          <ac:spMkLst>
            <pc:docMk/>
            <pc:sldMk cId="3876250638" sldId="264"/>
            <ac:spMk id="12" creationId="{048B0FC7-2136-6BE7-4D09-778355DB5E86}"/>
          </ac:spMkLst>
        </pc:spChg>
      </pc:sldChg>
      <pc:sldChg chg="addSp modSp new mod">
        <pc:chgData name="Maddhika Harshitha Reddy" userId="b227607005b34ca1" providerId="LiveId" clId="{78F30295-E795-4A15-8F46-B351588C3FAF}" dt="2026-09-23T14:36:29.789" v="1896" actId="2711"/>
        <pc:sldMkLst>
          <pc:docMk/>
          <pc:sldMk cId="673329544" sldId="265"/>
        </pc:sldMkLst>
        <pc:spChg chg="add mod">
          <ac:chgData name="Maddhika Harshitha Reddy" userId="b227607005b34ca1" providerId="LiveId" clId="{78F30295-E795-4A15-8F46-B351588C3FAF}" dt="2026-09-23T14:11:31.849" v="1639" actId="1076"/>
          <ac:spMkLst>
            <pc:docMk/>
            <pc:sldMk cId="673329544" sldId="265"/>
            <ac:spMk id="4" creationId="{335D9C3F-A058-4729-2761-DCC7A602E000}"/>
          </ac:spMkLst>
        </pc:spChg>
        <pc:spChg chg="add mod">
          <ac:chgData name="Maddhika Harshitha Reddy" userId="b227607005b34ca1" providerId="LiveId" clId="{78F30295-E795-4A15-8F46-B351588C3FAF}" dt="2026-09-23T14:12:10.845" v="1643" actId="1076"/>
          <ac:spMkLst>
            <pc:docMk/>
            <pc:sldMk cId="673329544" sldId="265"/>
            <ac:spMk id="6" creationId="{D2AF5457-B7EF-52B7-FC3C-3F1875B1BFE7}"/>
          </ac:spMkLst>
        </pc:spChg>
        <pc:spChg chg="add mod">
          <ac:chgData name="Maddhika Harshitha Reddy" userId="b227607005b34ca1" providerId="LiveId" clId="{78F30295-E795-4A15-8F46-B351588C3FAF}" dt="2026-09-23T14:24:15.772" v="1686" actId="255"/>
          <ac:spMkLst>
            <pc:docMk/>
            <pc:sldMk cId="673329544" sldId="265"/>
            <ac:spMk id="7" creationId="{667093C0-449B-C65E-E032-0DA52C7D488E}"/>
          </ac:spMkLst>
        </pc:spChg>
        <pc:spChg chg="add mod">
          <ac:chgData name="Maddhika Harshitha Reddy" userId="b227607005b34ca1" providerId="LiveId" clId="{78F30295-E795-4A15-8F46-B351588C3FAF}" dt="2026-09-23T14:24:27.481" v="1689" actId="20577"/>
          <ac:spMkLst>
            <pc:docMk/>
            <pc:sldMk cId="673329544" sldId="265"/>
            <ac:spMk id="8" creationId="{833763C0-CA89-7AB1-147E-7FD2DEB2B870}"/>
          </ac:spMkLst>
        </pc:spChg>
        <pc:spChg chg="add mod">
          <ac:chgData name="Maddhika Harshitha Reddy" userId="b227607005b34ca1" providerId="LiveId" clId="{78F30295-E795-4A15-8F46-B351588C3FAF}" dt="2026-09-23T14:24:56.597" v="1699" actId="20577"/>
          <ac:spMkLst>
            <pc:docMk/>
            <pc:sldMk cId="673329544" sldId="265"/>
            <ac:spMk id="9" creationId="{7300ABFB-2870-785A-6DFE-49B9FF3388E6}"/>
          </ac:spMkLst>
        </pc:spChg>
        <pc:spChg chg="add mod">
          <ac:chgData name="Maddhika Harshitha Reddy" userId="b227607005b34ca1" providerId="LiveId" clId="{78F30295-E795-4A15-8F46-B351588C3FAF}" dt="2026-09-23T14:24:45.140" v="1696" actId="20577"/>
          <ac:spMkLst>
            <pc:docMk/>
            <pc:sldMk cId="673329544" sldId="265"/>
            <ac:spMk id="10" creationId="{8FBF6AEA-6024-4CA9-E7FD-1378302F1956}"/>
          </ac:spMkLst>
        </pc:spChg>
        <pc:spChg chg="add mod">
          <ac:chgData name="Maddhika Harshitha Reddy" userId="b227607005b34ca1" providerId="LiveId" clId="{78F30295-E795-4A15-8F46-B351588C3FAF}" dt="2026-09-23T14:24:39.319" v="1693" actId="20577"/>
          <ac:spMkLst>
            <pc:docMk/>
            <pc:sldMk cId="673329544" sldId="265"/>
            <ac:spMk id="11" creationId="{EE753039-93DA-DE83-D77E-A12FD004DE01}"/>
          </ac:spMkLst>
        </pc:spChg>
        <pc:spChg chg="add mod">
          <ac:chgData name="Maddhika Harshitha Reddy" userId="b227607005b34ca1" providerId="LiveId" clId="{78F30295-E795-4A15-8F46-B351588C3FAF}" dt="2026-09-23T14:25:44.148" v="1705" actId="1076"/>
          <ac:spMkLst>
            <pc:docMk/>
            <pc:sldMk cId="673329544" sldId="265"/>
            <ac:spMk id="13" creationId="{0662385D-FDC8-13EF-3094-F4582E1A46A3}"/>
          </ac:spMkLst>
        </pc:spChg>
        <pc:spChg chg="add mod">
          <ac:chgData name="Maddhika Harshitha Reddy" userId="b227607005b34ca1" providerId="LiveId" clId="{78F30295-E795-4A15-8F46-B351588C3FAF}" dt="2026-09-23T14:36:29.789" v="1896" actId="2711"/>
          <ac:spMkLst>
            <pc:docMk/>
            <pc:sldMk cId="673329544" sldId="265"/>
            <ac:spMk id="14" creationId="{339A57C7-755E-D312-8979-98107BF4852D}"/>
          </ac:spMkLst>
        </pc:spChg>
        <pc:spChg chg="add mod">
          <ac:chgData name="Maddhika Harshitha Reddy" userId="b227607005b34ca1" providerId="LiveId" clId="{78F30295-E795-4A15-8F46-B351588C3FAF}" dt="2026-09-23T14:36:23.087" v="1895" actId="2711"/>
          <ac:spMkLst>
            <pc:docMk/>
            <pc:sldMk cId="673329544" sldId="265"/>
            <ac:spMk id="15" creationId="{92D38B77-F941-A3FD-81E0-FAFC1682E634}"/>
          </ac:spMkLst>
        </pc:spChg>
        <pc:spChg chg="add mod">
          <ac:chgData name="Maddhika Harshitha Reddy" userId="b227607005b34ca1" providerId="LiveId" clId="{78F30295-E795-4A15-8F46-B351588C3FAF}" dt="2026-09-23T14:35:25.238" v="1856" actId="255"/>
          <ac:spMkLst>
            <pc:docMk/>
            <pc:sldMk cId="673329544" sldId="265"/>
            <ac:spMk id="16" creationId="{72092DC2-F00A-9595-6EEB-C6DC77AE17AB}"/>
          </ac:spMkLst>
        </pc:spChg>
        <pc:spChg chg="add mod">
          <ac:chgData name="Maddhika Harshitha Reddy" userId="b227607005b34ca1" providerId="LiveId" clId="{78F30295-E795-4A15-8F46-B351588C3FAF}" dt="2026-09-23T14:35:52.392" v="1892" actId="255"/>
          <ac:spMkLst>
            <pc:docMk/>
            <pc:sldMk cId="673329544" sldId="265"/>
            <ac:spMk id="17" creationId="{D8190436-3EBF-EB02-1D49-0C53362C9DEE}"/>
          </ac:spMkLst>
        </pc:spChg>
      </pc:sldChg>
      <pc:sldChg chg="addSp delSp modSp new mod">
        <pc:chgData name="Maddhika Harshitha Reddy" userId="b227607005b34ca1" providerId="LiveId" clId="{78F30295-E795-4A15-8F46-B351588C3FAF}" dt="2026-09-23T14:59:55.929" v="2282" actId="1076"/>
        <pc:sldMkLst>
          <pc:docMk/>
          <pc:sldMk cId="3497473491" sldId="266"/>
        </pc:sldMkLst>
        <pc:spChg chg="add mod">
          <ac:chgData name="Maddhika Harshitha Reddy" userId="b227607005b34ca1" providerId="LiveId" clId="{78F30295-E795-4A15-8F46-B351588C3FAF}" dt="2026-09-23T14:42:07.208" v="1947" actId="1076"/>
          <ac:spMkLst>
            <pc:docMk/>
            <pc:sldMk cId="3497473491" sldId="266"/>
            <ac:spMk id="4" creationId="{F4865684-0A7C-5281-5F9D-5C3AE8A1D2FD}"/>
          </ac:spMkLst>
        </pc:spChg>
        <pc:spChg chg="add mod">
          <ac:chgData name="Maddhika Harshitha Reddy" userId="b227607005b34ca1" providerId="LiveId" clId="{78F30295-E795-4A15-8F46-B351588C3FAF}" dt="2026-09-23T14:58:06.479" v="2234" actId="1076"/>
          <ac:spMkLst>
            <pc:docMk/>
            <pc:sldMk cId="3497473491" sldId="266"/>
            <ac:spMk id="10" creationId="{085F5B1D-68F3-0EA0-7DDC-E54CDFB1C3B4}"/>
          </ac:spMkLst>
        </pc:spChg>
        <pc:spChg chg="add mod">
          <ac:chgData name="Maddhika Harshitha Reddy" userId="b227607005b34ca1" providerId="LiveId" clId="{78F30295-E795-4A15-8F46-B351588C3FAF}" dt="2026-09-23T14:58:33.454" v="2252" actId="1076"/>
          <ac:spMkLst>
            <pc:docMk/>
            <pc:sldMk cId="3497473491" sldId="266"/>
            <ac:spMk id="11" creationId="{B639022D-5D85-7995-EF07-FFF46F7AE3AF}"/>
          </ac:spMkLst>
        </pc:spChg>
        <pc:spChg chg="add mod">
          <ac:chgData name="Maddhika Harshitha Reddy" userId="b227607005b34ca1" providerId="LiveId" clId="{78F30295-E795-4A15-8F46-B351588C3FAF}" dt="2026-09-23T14:59:55.929" v="2282" actId="1076"/>
          <ac:spMkLst>
            <pc:docMk/>
            <pc:sldMk cId="3497473491" sldId="266"/>
            <ac:spMk id="12" creationId="{4889A190-89D7-B59D-833A-63016791D012}"/>
          </ac:spMkLst>
        </pc:spChg>
        <pc:graphicFrameChg chg="add mod modGraphic">
          <ac:chgData name="Maddhika Harshitha Reddy" userId="b227607005b34ca1" providerId="LiveId" clId="{78F30295-E795-4A15-8F46-B351588C3FAF}" dt="2026-09-23T14:51:22.569" v="2083" actId="1076"/>
          <ac:graphicFrameMkLst>
            <pc:docMk/>
            <pc:sldMk cId="3497473491" sldId="266"/>
            <ac:graphicFrameMk id="6" creationId="{DE914F08-B501-2126-3AE2-DC6957A4B7AB}"/>
          </ac:graphicFrameMkLst>
        </pc:graphicFrameChg>
        <pc:graphicFrameChg chg="add mod modGraphic">
          <ac:chgData name="Maddhika Harshitha Reddy" userId="b227607005b34ca1" providerId="LiveId" clId="{78F30295-E795-4A15-8F46-B351588C3FAF}" dt="2026-09-23T14:54:21.310" v="2148" actId="14100"/>
          <ac:graphicFrameMkLst>
            <pc:docMk/>
            <pc:sldMk cId="3497473491" sldId="266"/>
            <ac:graphicFrameMk id="8" creationId="{42271D46-1714-122B-DF74-68F86AC523B7}"/>
          </ac:graphicFrameMkLst>
        </pc:graphicFrameChg>
        <pc:graphicFrameChg chg="add mod modGraphic">
          <ac:chgData name="Maddhika Harshitha Reddy" userId="b227607005b34ca1" providerId="LiveId" clId="{78F30295-E795-4A15-8F46-B351588C3FAF}" dt="2026-09-23T14:59:02.434" v="2258" actId="1076"/>
          <ac:graphicFrameMkLst>
            <pc:docMk/>
            <pc:sldMk cId="3497473491" sldId="266"/>
            <ac:graphicFrameMk id="9" creationId="{CEB01E29-58E5-D4E1-9DEE-2012B0F211F6}"/>
          </ac:graphicFrameMkLst>
        </pc:graphicFrameChg>
      </pc:sldChg>
      <pc:sldChg chg="addSp delSp modSp new mod">
        <pc:chgData name="Maddhika Harshitha Reddy" userId="b227607005b34ca1" providerId="LiveId" clId="{78F30295-E795-4A15-8F46-B351588C3FAF}" dt="2026-09-30T15:03:37.871" v="2796" actId="255"/>
        <pc:sldMkLst>
          <pc:docMk/>
          <pc:sldMk cId="287039245" sldId="267"/>
        </pc:sldMkLst>
        <pc:spChg chg="add mod">
          <ac:chgData name="Maddhika Harshitha Reddy" userId="b227607005b34ca1" providerId="LiveId" clId="{78F30295-E795-4A15-8F46-B351588C3FAF}" dt="2026-09-30T14:23:13.139" v="2426" actId="1076"/>
          <ac:spMkLst>
            <pc:docMk/>
            <pc:sldMk cId="287039245" sldId="267"/>
            <ac:spMk id="5" creationId="{49534198-E371-C3FC-B530-37F743251121}"/>
          </ac:spMkLst>
        </pc:spChg>
        <pc:spChg chg="add mod">
          <ac:chgData name="Maddhika Harshitha Reddy" userId="b227607005b34ca1" providerId="LiveId" clId="{78F30295-E795-4A15-8F46-B351588C3FAF}" dt="2026-09-30T15:03:19.721" v="2793" actId="255"/>
          <ac:spMkLst>
            <pc:docMk/>
            <pc:sldMk cId="287039245" sldId="267"/>
            <ac:spMk id="6" creationId="{7F4F7FC8-685E-9A2D-5945-C235CDB0547C}"/>
          </ac:spMkLst>
        </pc:spChg>
        <pc:spChg chg="add mod">
          <ac:chgData name="Maddhika Harshitha Reddy" userId="b227607005b34ca1" providerId="LiveId" clId="{78F30295-E795-4A15-8F46-B351588C3FAF}" dt="2026-09-30T15:03:25.009" v="2794" actId="255"/>
          <ac:spMkLst>
            <pc:docMk/>
            <pc:sldMk cId="287039245" sldId="267"/>
            <ac:spMk id="7" creationId="{4500025C-8175-72F2-6C6D-7014B565B90D}"/>
          </ac:spMkLst>
        </pc:spChg>
        <pc:spChg chg="add mod">
          <ac:chgData name="Maddhika Harshitha Reddy" userId="b227607005b34ca1" providerId="LiveId" clId="{78F30295-E795-4A15-8F46-B351588C3FAF}" dt="2026-09-30T15:03:32.199" v="2795" actId="255"/>
          <ac:spMkLst>
            <pc:docMk/>
            <pc:sldMk cId="287039245" sldId="267"/>
            <ac:spMk id="8" creationId="{465B5192-04FC-DA69-FCD6-0BA1111F949A}"/>
          </ac:spMkLst>
        </pc:spChg>
        <pc:spChg chg="add mod">
          <ac:chgData name="Maddhika Harshitha Reddy" userId="b227607005b34ca1" providerId="LiveId" clId="{78F30295-E795-4A15-8F46-B351588C3FAF}" dt="2026-09-30T15:03:37.871" v="2796" actId="255"/>
          <ac:spMkLst>
            <pc:docMk/>
            <pc:sldMk cId="287039245" sldId="267"/>
            <ac:spMk id="9" creationId="{734CCE2B-AB0A-27AA-1112-566C76BC5DFB}"/>
          </ac:spMkLst>
        </pc:spChg>
      </pc:sldChg>
      <pc:sldChg chg="addSp modSp new mod">
        <pc:chgData name="Maddhika Harshitha Reddy" userId="b227607005b34ca1" providerId="LiveId" clId="{78F30295-E795-4A15-8F46-B351588C3FAF}" dt="2026-09-30T15:03:12.320" v="2792" actId="255"/>
        <pc:sldMkLst>
          <pc:docMk/>
          <pc:sldMk cId="3421934229" sldId="268"/>
        </pc:sldMkLst>
        <pc:spChg chg="add mod">
          <ac:chgData name="Maddhika Harshitha Reddy" userId="b227607005b34ca1" providerId="LiveId" clId="{78F30295-E795-4A15-8F46-B351588C3FAF}" dt="2026-09-30T14:32:42.298" v="2568" actId="1076"/>
          <ac:spMkLst>
            <pc:docMk/>
            <pc:sldMk cId="3421934229" sldId="268"/>
            <ac:spMk id="5" creationId="{7A81EA78-9C9D-3342-6058-693719CE17E0}"/>
          </ac:spMkLst>
        </pc:spChg>
        <pc:spChg chg="add mod">
          <ac:chgData name="Maddhika Harshitha Reddy" userId="b227607005b34ca1" providerId="LiveId" clId="{78F30295-E795-4A15-8F46-B351588C3FAF}" dt="2026-09-30T15:02:54.717" v="2789" actId="255"/>
          <ac:spMkLst>
            <pc:docMk/>
            <pc:sldMk cId="3421934229" sldId="268"/>
            <ac:spMk id="6" creationId="{481D2B16-6600-ECDC-1B4D-69AF515C198E}"/>
          </ac:spMkLst>
        </pc:spChg>
        <pc:spChg chg="add mod">
          <ac:chgData name="Maddhika Harshitha Reddy" userId="b227607005b34ca1" providerId="LiveId" clId="{78F30295-E795-4A15-8F46-B351588C3FAF}" dt="2026-09-30T15:02:59.471" v="2790" actId="255"/>
          <ac:spMkLst>
            <pc:docMk/>
            <pc:sldMk cId="3421934229" sldId="268"/>
            <ac:spMk id="7" creationId="{2CA0FF9C-C2A6-E64F-5799-02468674700F}"/>
          </ac:spMkLst>
        </pc:spChg>
        <pc:spChg chg="add mod">
          <ac:chgData name="Maddhika Harshitha Reddy" userId="b227607005b34ca1" providerId="LiveId" clId="{78F30295-E795-4A15-8F46-B351588C3FAF}" dt="2026-09-30T15:03:05.991" v="2791" actId="255"/>
          <ac:spMkLst>
            <pc:docMk/>
            <pc:sldMk cId="3421934229" sldId="268"/>
            <ac:spMk id="8" creationId="{AE5A914C-621B-02C6-B7A8-70448DE0CC77}"/>
          </ac:spMkLst>
        </pc:spChg>
        <pc:spChg chg="add mod">
          <ac:chgData name="Maddhika Harshitha Reddy" userId="b227607005b34ca1" providerId="LiveId" clId="{78F30295-E795-4A15-8F46-B351588C3FAF}" dt="2026-09-30T15:03:12.320" v="2792" actId="255"/>
          <ac:spMkLst>
            <pc:docMk/>
            <pc:sldMk cId="3421934229" sldId="268"/>
            <ac:spMk id="9" creationId="{E907255E-B709-2C8E-E10C-C433AADF62D0}"/>
          </ac:spMkLst>
        </pc:spChg>
      </pc:sldChg>
      <pc:sldChg chg="addSp modSp new mod">
        <pc:chgData name="Maddhika Harshitha Reddy" userId="b227607005b34ca1" providerId="LiveId" clId="{78F30295-E795-4A15-8F46-B351588C3FAF}" dt="2026-09-30T15:02:47.092" v="2788" actId="255"/>
        <pc:sldMkLst>
          <pc:docMk/>
          <pc:sldMk cId="1536092588" sldId="269"/>
        </pc:sldMkLst>
        <pc:spChg chg="add mod">
          <ac:chgData name="Maddhika Harshitha Reddy" userId="b227607005b34ca1" providerId="LiveId" clId="{78F30295-E795-4A15-8F46-B351588C3FAF}" dt="2026-09-30T14:58:01.315" v="2700" actId="1076"/>
          <ac:spMkLst>
            <pc:docMk/>
            <pc:sldMk cId="1536092588" sldId="269"/>
            <ac:spMk id="4" creationId="{E022B461-7FDC-4EAD-5647-BF0B9DDCA3F9}"/>
          </ac:spMkLst>
        </pc:spChg>
        <pc:spChg chg="add mod">
          <ac:chgData name="Maddhika Harshitha Reddy" userId="b227607005b34ca1" providerId="LiveId" clId="{78F30295-E795-4A15-8F46-B351588C3FAF}" dt="2026-09-30T15:02:26.168" v="2785" actId="255"/>
          <ac:spMkLst>
            <pc:docMk/>
            <pc:sldMk cId="1536092588" sldId="269"/>
            <ac:spMk id="5" creationId="{2AA97A16-94BD-0F95-06FF-6C7E4857F917}"/>
          </ac:spMkLst>
        </pc:spChg>
        <pc:spChg chg="add mod">
          <ac:chgData name="Maddhika Harshitha Reddy" userId="b227607005b34ca1" providerId="LiveId" clId="{78F30295-E795-4A15-8F46-B351588C3FAF}" dt="2026-09-30T15:02:32.152" v="2786" actId="255"/>
          <ac:spMkLst>
            <pc:docMk/>
            <pc:sldMk cId="1536092588" sldId="269"/>
            <ac:spMk id="6" creationId="{D72E8F7E-646A-F525-5164-AB64276EB501}"/>
          </ac:spMkLst>
        </pc:spChg>
        <pc:spChg chg="add mod">
          <ac:chgData name="Maddhika Harshitha Reddy" userId="b227607005b34ca1" providerId="LiveId" clId="{78F30295-E795-4A15-8F46-B351588C3FAF}" dt="2026-09-30T15:02:47.092" v="2788" actId="255"/>
          <ac:spMkLst>
            <pc:docMk/>
            <pc:sldMk cId="1536092588" sldId="269"/>
            <ac:spMk id="7" creationId="{37A387C6-CC60-0DBB-2031-CD05DB965908}"/>
          </ac:spMkLst>
        </pc:spChg>
        <pc:spChg chg="add mod">
          <ac:chgData name="Maddhika Harshitha Reddy" userId="b227607005b34ca1" providerId="LiveId" clId="{78F30295-E795-4A15-8F46-B351588C3FAF}" dt="2026-09-30T15:02:39.465" v="2787" actId="255"/>
          <ac:spMkLst>
            <pc:docMk/>
            <pc:sldMk cId="1536092588" sldId="269"/>
            <ac:spMk id="8" creationId="{6F733CA5-FBF6-7726-AA6C-9784BD1F31FF}"/>
          </ac:spMkLst>
        </pc:spChg>
      </pc:sldChg>
      <pc:sldChg chg="addSp modSp new mod">
        <pc:chgData name="Maddhika Harshitha Reddy" userId="b227607005b34ca1" providerId="LiveId" clId="{78F30295-E795-4A15-8F46-B351588C3FAF}" dt="2026-09-30T15:48:16.009" v="3172" actId="14100"/>
        <pc:sldMkLst>
          <pc:docMk/>
          <pc:sldMk cId="1180066067" sldId="270"/>
        </pc:sldMkLst>
        <pc:spChg chg="add mod">
          <ac:chgData name="Maddhika Harshitha Reddy" userId="b227607005b34ca1" providerId="LiveId" clId="{78F30295-E795-4A15-8F46-B351588C3FAF}" dt="2026-09-30T15:22:43.847" v="2840" actId="1076"/>
          <ac:spMkLst>
            <pc:docMk/>
            <pc:sldMk cId="1180066067" sldId="270"/>
            <ac:spMk id="5" creationId="{CD08D7B4-34D9-2BD6-DB45-3BDDFEC9DB84}"/>
          </ac:spMkLst>
        </pc:spChg>
        <pc:spChg chg="add mod">
          <ac:chgData name="Maddhika Harshitha Reddy" userId="b227607005b34ca1" providerId="LiveId" clId="{78F30295-E795-4A15-8F46-B351588C3FAF}" dt="2026-09-30T15:22:49.518" v="2841" actId="1076"/>
          <ac:spMkLst>
            <pc:docMk/>
            <pc:sldMk cId="1180066067" sldId="270"/>
            <ac:spMk id="6" creationId="{667B098D-7A4A-C673-C20E-1445ACE904B2}"/>
          </ac:spMkLst>
        </pc:spChg>
        <pc:spChg chg="add mod">
          <ac:chgData name="Maddhika Harshitha Reddy" userId="b227607005b34ca1" providerId="LiveId" clId="{78F30295-E795-4A15-8F46-B351588C3FAF}" dt="2026-09-30T15:25:52.492" v="2906" actId="255"/>
          <ac:spMkLst>
            <pc:docMk/>
            <pc:sldMk cId="1180066067" sldId="270"/>
            <ac:spMk id="7" creationId="{330EA9A9-F1F1-2E18-7C2B-D9851FC332BE}"/>
          </ac:spMkLst>
        </pc:spChg>
        <pc:spChg chg="add mod">
          <ac:chgData name="Maddhika Harshitha Reddy" userId="b227607005b34ca1" providerId="LiveId" clId="{78F30295-E795-4A15-8F46-B351588C3FAF}" dt="2026-09-30T15:25:45.506" v="2905" actId="255"/>
          <ac:spMkLst>
            <pc:docMk/>
            <pc:sldMk cId="1180066067" sldId="270"/>
            <ac:spMk id="8" creationId="{F0383A2E-4413-516C-9E3F-CC7067F001CB}"/>
          </ac:spMkLst>
        </pc:spChg>
        <pc:spChg chg="add mod">
          <ac:chgData name="Maddhika Harshitha Reddy" userId="b227607005b34ca1" providerId="LiveId" clId="{78F30295-E795-4A15-8F46-B351588C3FAF}" dt="2026-09-30T15:48:16.009" v="3172" actId="14100"/>
          <ac:spMkLst>
            <pc:docMk/>
            <pc:sldMk cId="1180066067" sldId="270"/>
            <ac:spMk id="9" creationId="{1B5B09AE-7EC7-1251-DD8B-F8C16C72E1F2}"/>
          </ac:spMkLst>
        </pc:spChg>
      </pc:sldChg>
      <pc:sldChg chg="addSp delSp modSp new mod">
        <pc:chgData name="Maddhika Harshitha Reddy" userId="b227607005b34ca1" providerId="LiveId" clId="{78F30295-E795-4A15-8F46-B351588C3FAF}" dt="2026-09-30T15:47:59.756" v="3171" actId="2711"/>
        <pc:sldMkLst>
          <pc:docMk/>
          <pc:sldMk cId="3584501114" sldId="271"/>
        </pc:sldMkLst>
        <pc:spChg chg="add mod">
          <ac:chgData name="Maddhika Harshitha Reddy" userId="b227607005b34ca1" providerId="LiveId" clId="{78F30295-E795-4A15-8F46-B351588C3FAF}" dt="2026-09-30T15:38:05.741" v="3068" actId="1076"/>
          <ac:spMkLst>
            <pc:docMk/>
            <pc:sldMk cId="3584501114" sldId="271"/>
            <ac:spMk id="4" creationId="{2F01EEA3-A67E-6FFE-1150-7B9B427C8C8E}"/>
          </ac:spMkLst>
        </pc:spChg>
        <pc:spChg chg="add mod">
          <ac:chgData name="Maddhika Harshitha Reddy" userId="b227607005b34ca1" providerId="LiveId" clId="{78F30295-E795-4A15-8F46-B351588C3FAF}" dt="2026-09-30T15:47:59.756" v="3171" actId="2711"/>
          <ac:spMkLst>
            <pc:docMk/>
            <pc:sldMk cId="3584501114" sldId="271"/>
            <ac:spMk id="5" creationId="{6DD0FFA6-D4CC-098B-08B9-AF8537F2379E}"/>
          </ac:spMkLst>
        </pc:spChg>
        <pc:spChg chg="add mod">
          <ac:chgData name="Maddhika Harshitha Reddy" userId="b227607005b34ca1" providerId="LiveId" clId="{78F30295-E795-4A15-8F46-B351588C3FAF}" dt="2026-09-30T15:47:42.152" v="3168" actId="2711"/>
          <ac:spMkLst>
            <pc:docMk/>
            <pc:sldMk cId="3584501114" sldId="271"/>
            <ac:spMk id="6" creationId="{376DE21B-B1BF-40DF-5460-26AE0E250ECA}"/>
          </ac:spMkLst>
        </pc:spChg>
        <pc:spChg chg="add mod">
          <ac:chgData name="Maddhika Harshitha Reddy" userId="b227607005b34ca1" providerId="LiveId" clId="{78F30295-E795-4A15-8F46-B351588C3FAF}" dt="2026-09-30T15:46:58.641" v="3162" actId="255"/>
          <ac:spMkLst>
            <pc:docMk/>
            <pc:sldMk cId="3584501114" sldId="271"/>
            <ac:spMk id="7" creationId="{13FB16F5-D14D-9900-862E-495A9D2113C1}"/>
          </ac:spMkLst>
        </pc:spChg>
        <pc:spChg chg="add mod">
          <ac:chgData name="Maddhika Harshitha Reddy" userId="b227607005b34ca1" providerId="LiveId" clId="{78F30295-E795-4A15-8F46-B351588C3FAF}" dt="2026-09-30T15:47:18.323" v="3165" actId="255"/>
          <ac:spMkLst>
            <pc:docMk/>
            <pc:sldMk cId="3584501114" sldId="271"/>
            <ac:spMk id="9" creationId="{C0538B39-4C48-4B4C-A54A-FB653D3FA32D}"/>
          </ac:spMkLst>
        </pc:spChg>
      </pc:sldChg>
      <pc:sldChg chg="addSp modSp new mod">
        <pc:chgData name="Maddhika Harshitha Reddy" userId="b227607005b34ca1" providerId="LiveId" clId="{78F30295-E795-4A15-8F46-B351588C3FAF}" dt="2026-09-30T15:55:58.103" v="3235" actId="2711"/>
        <pc:sldMkLst>
          <pc:docMk/>
          <pc:sldMk cId="1058156816" sldId="272"/>
        </pc:sldMkLst>
        <pc:spChg chg="add mod">
          <ac:chgData name="Maddhika Harshitha Reddy" userId="b227607005b34ca1" providerId="LiveId" clId="{78F30295-E795-4A15-8F46-B351588C3FAF}" dt="2026-09-30T15:49:19.346" v="3180" actId="1076"/>
          <ac:spMkLst>
            <pc:docMk/>
            <pc:sldMk cId="1058156816" sldId="272"/>
            <ac:spMk id="5" creationId="{EDC4B1E5-7387-17BD-1149-625862B0C089}"/>
          </ac:spMkLst>
        </pc:spChg>
        <pc:spChg chg="add mod">
          <ac:chgData name="Maddhika Harshitha Reddy" userId="b227607005b34ca1" providerId="LiveId" clId="{78F30295-E795-4A15-8F46-B351588C3FAF}" dt="2026-09-30T15:50:48.201" v="3189" actId="14100"/>
          <ac:spMkLst>
            <pc:docMk/>
            <pc:sldMk cId="1058156816" sldId="272"/>
            <ac:spMk id="6" creationId="{044D6AAC-6ED4-2A75-61D6-19B3C957040A}"/>
          </ac:spMkLst>
        </pc:spChg>
        <pc:spChg chg="add mod">
          <ac:chgData name="Maddhika Harshitha Reddy" userId="b227607005b34ca1" providerId="LiveId" clId="{78F30295-E795-4A15-8F46-B351588C3FAF}" dt="2026-09-30T15:54:22.757" v="3223" actId="20577"/>
          <ac:spMkLst>
            <pc:docMk/>
            <pc:sldMk cId="1058156816" sldId="272"/>
            <ac:spMk id="7" creationId="{2A19206D-2A33-0BD3-F737-74175E91FD87}"/>
          </ac:spMkLst>
        </pc:spChg>
        <pc:spChg chg="add mod">
          <ac:chgData name="Maddhika Harshitha Reddy" userId="b227607005b34ca1" providerId="LiveId" clId="{78F30295-E795-4A15-8F46-B351588C3FAF}" dt="2026-09-30T15:55:15.182" v="3229" actId="2711"/>
          <ac:spMkLst>
            <pc:docMk/>
            <pc:sldMk cId="1058156816" sldId="272"/>
            <ac:spMk id="8" creationId="{1025C0AB-721B-9062-67E6-5BFC917163A2}"/>
          </ac:spMkLst>
        </pc:spChg>
        <pc:spChg chg="add mod">
          <ac:chgData name="Maddhika Harshitha Reddy" userId="b227607005b34ca1" providerId="LiveId" clId="{78F30295-E795-4A15-8F46-B351588C3FAF}" dt="2026-09-30T15:55:58.103" v="3235" actId="2711"/>
          <ac:spMkLst>
            <pc:docMk/>
            <pc:sldMk cId="1058156816" sldId="272"/>
            <ac:spMk id="9" creationId="{03423B46-4061-6422-7E0F-CC7C2507C9D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extLst>
      <p:ext uri="{BB962C8B-B14F-4D97-AF65-F5344CB8AC3E}">
        <p14:creationId xmlns:p14="http://schemas.microsoft.com/office/powerpoint/2010/main" val="39941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53476CA-421D-4B57-8942-5762D93F1AB2}" type="slidenum">
              <a:rPr lang="en-IN" smtClean="0"/>
              <a:t>7</a:t>
            </a:fld>
            <a:endParaRPr lang="en-IN"/>
          </a:p>
        </p:txBody>
      </p:sp>
    </p:spTree>
    <p:extLst>
      <p:ext uri="{BB962C8B-B14F-4D97-AF65-F5344CB8AC3E}">
        <p14:creationId xmlns:p14="http://schemas.microsoft.com/office/powerpoint/2010/main" val="35639747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5F3B8-DDEB-3931-BD30-FCDF92768B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0E52B7-3612-C42C-E3C4-1568700EDD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E2A539-9977-5E0E-CDC1-067BB186F683}"/>
              </a:ext>
            </a:extLst>
          </p:cNvPr>
          <p:cNvSpPr>
            <a:spLocks noGrp="1"/>
          </p:cNvSpPr>
          <p:nvPr>
            <p:ph type="dt" sz="half" idx="10"/>
          </p:nvPr>
        </p:nvSpPr>
        <p:spPr/>
        <p:txBody>
          <a:bodyPr/>
          <a:lstStyle/>
          <a:p>
            <a:fld id="{16F549C3-E12B-4CC2-9FA1-D4C0643B7241}" type="datetime1">
              <a:rPr lang="en-IN" smtClean="0"/>
              <a:t>15-10-2026</a:t>
            </a:fld>
            <a:endParaRPr lang="en-IN"/>
          </a:p>
        </p:txBody>
      </p:sp>
      <p:sp>
        <p:nvSpPr>
          <p:cNvPr id="5" name="Footer Placeholder 4">
            <a:extLst>
              <a:ext uri="{FF2B5EF4-FFF2-40B4-BE49-F238E27FC236}">
                <a16:creationId xmlns:a16="http://schemas.microsoft.com/office/drawing/2014/main" id="{8DC91C38-BEF3-AA2E-ACFE-DCF1543BE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1CB7FA-8196-F586-E960-B5BAE429FE2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EEB3F1FD-0147-797C-0ED6-E694A2BD62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05559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259C4-DC4A-CF70-25D2-F39535A1F7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A6C27E-0A06-D409-8884-852E74A294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7AC31F-7BFD-CA38-00A7-A2FD01A09849}"/>
              </a:ext>
            </a:extLst>
          </p:cNvPr>
          <p:cNvSpPr>
            <a:spLocks noGrp="1"/>
          </p:cNvSpPr>
          <p:nvPr>
            <p:ph type="dt" sz="half" idx="10"/>
          </p:nvPr>
        </p:nvSpPr>
        <p:spPr/>
        <p:txBody>
          <a:bodyPr/>
          <a:lstStyle/>
          <a:p>
            <a:fld id="{07DE2E10-B9C9-4696-8C2C-567691D9BBFD}" type="datetime1">
              <a:rPr lang="en-IN" smtClean="0"/>
              <a:t>15-10-2026</a:t>
            </a:fld>
            <a:endParaRPr lang="en-IN"/>
          </a:p>
        </p:txBody>
      </p:sp>
      <p:sp>
        <p:nvSpPr>
          <p:cNvPr id="5" name="Footer Placeholder 4">
            <a:extLst>
              <a:ext uri="{FF2B5EF4-FFF2-40B4-BE49-F238E27FC236}">
                <a16:creationId xmlns:a16="http://schemas.microsoft.com/office/drawing/2014/main" id="{8E415AD4-5B3F-78FD-DE66-C3F50AC63A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80549F-8592-A2F0-A7A6-A1C45E9E6C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5381CCB4-DDFA-058A-AE03-5A3CFCA9F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76215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EAB08-E23E-771E-1FDE-DC7851594F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C036FC1-1DB6-A8A4-C315-834C3FFCFE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E565D3F-93C4-BE6A-B0D8-5AFF3E69AF83}"/>
              </a:ext>
            </a:extLst>
          </p:cNvPr>
          <p:cNvSpPr>
            <a:spLocks noGrp="1"/>
          </p:cNvSpPr>
          <p:nvPr>
            <p:ph type="dt" sz="half" idx="10"/>
          </p:nvPr>
        </p:nvSpPr>
        <p:spPr/>
        <p:txBody>
          <a:bodyPr/>
          <a:lstStyle/>
          <a:p>
            <a:fld id="{6E4BF378-8F16-492D-87B3-963C20ACF441}" type="datetime1">
              <a:rPr lang="en-IN" smtClean="0"/>
              <a:t>15-10-2026</a:t>
            </a:fld>
            <a:endParaRPr lang="en-IN"/>
          </a:p>
        </p:txBody>
      </p:sp>
      <p:sp>
        <p:nvSpPr>
          <p:cNvPr id="5" name="Footer Placeholder 4">
            <a:extLst>
              <a:ext uri="{FF2B5EF4-FFF2-40B4-BE49-F238E27FC236}">
                <a16:creationId xmlns:a16="http://schemas.microsoft.com/office/drawing/2014/main" id="{7112169B-9903-41C3-CC1A-A773A925D6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C6B5-6988-9DF9-8223-C5EB677C938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2E3DABBD-F85F-360C-A546-D5E0B92597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85425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988FF-7E75-1B89-7C11-7B6C180BDE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8E0077-B676-7850-AAD4-77689FB5B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E4118E-9650-EED0-1592-D4AD00CF46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DD1BDD-D86C-6A53-CEF7-1AEC9AB1AA53}"/>
              </a:ext>
            </a:extLst>
          </p:cNvPr>
          <p:cNvSpPr>
            <a:spLocks noGrp="1"/>
          </p:cNvSpPr>
          <p:nvPr>
            <p:ph type="dt" sz="half" idx="10"/>
          </p:nvPr>
        </p:nvSpPr>
        <p:spPr/>
        <p:txBody>
          <a:bodyPr/>
          <a:lstStyle/>
          <a:p>
            <a:fld id="{2C79781E-9150-4561-9F7C-01394C55C5AE}" type="datetime1">
              <a:rPr lang="en-IN" smtClean="0"/>
              <a:t>15-10-2026</a:t>
            </a:fld>
            <a:endParaRPr lang="en-IN"/>
          </a:p>
        </p:txBody>
      </p:sp>
      <p:sp>
        <p:nvSpPr>
          <p:cNvPr id="6" name="Footer Placeholder 5">
            <a:extLst>
              <a:ext uri="{FF2B5EF4-FFF2-40B4-BE49-F238E27FC236}">
                <a16:creationId xmlns:a16="http://schemas.microsoft.com/office/drawing/2014/main" id="{30B15FF2-A4C5-135F-9FA1-A00A6BF9A0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2FB8AA-FC6D-B278-7FFF-C52EF4307992}"/>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D3064E1C-D746-419C-5FE6-033B95CAC3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99326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CC900-8F42-8A20-E378-434465ED27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DDB5D6-6D80-913C-77A3-83E1C27571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D7E712-FB4A-DBE7-7EE8-B34465C75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FC7C92-E667-0F30-6C26-267F10CBCB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31715A-AF86-785C-73F2-00FF9D5D32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01D6D5-269C-31AC-CC40-917E0E24679C}"/>
              </a:ext>
            </a:extLst>
          </p:cNvPr>
          <p:cNvSpPr>
            <a:spLocks noGrp="1"/>
          </p:cNvSpPr>
          <p:nvPr>
            <p:ph type="dt" sz="half" idx="10"/>
          </p:nvPr>
        </p:nvSpPr>
        <p:spPr/>
        <p:txBody>
          <a:bodyPr/>
          <a:lstStyle/>
          <a:p>
            <a:fld id="{CEF12896-961F-4F7A-B2DD-D0EFF57BA027}" type="datetime1">
              <a:rPr lang="en-IN" smtClean="0"/>
              <a:t>15-10-2026</a:t>
            </a:fld>
            <a:endParaRPr lang="en-IN"/>
          </a:p>
        </p:txBody>
      </p:sp>
      <p:sp>
        <p:nvSpPr>
          <p:cNvPr id="8" name="Footer Placeholder 7">
            <a:extLst>
              <a:ext uri="{FF2B5EF4-FFF2-40B4-BE49-F238E27FC236}">
                <a16:creationId xmlns:a16="http://schemas.microsoft.com/office/drawing/2014/main" id="{1D0DFF97-DB90-A3DC-1A5F-E041ABA4F51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1DFEC1F-4C0D-B461-B76D-FAFE7A86BA16}"/>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a:extLst>
              <a:ext uri="{FF2B5EF4-FFF2-40B4-BE49-F238E27FC236}">
                <a16:creationId xmlns:a16="http://schemas.microsoft.com/office/drawing/2014/main" id="{B0D765FD-6DB7-1155-27BC-BD0DB452993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3460133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B57-0CBB-0AA3-9BF0-2ED2337972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0B2CE64-C359-3445-7AB9-29DE8577C0B3}"/>
              </a:ext>
            </a:extLst>
          </p:cNvPr>
          <p:cNvSpPr>
            <a:spLocks noGrp="1"/>
          </p:cNvSpPr>
          <p:nvPr>
            <p:ph type="dt" sz="half" idx="10"/>
          </p:nvPr>
        </p:nvSpPr>
        <p:spPr/>
        <p:txBody>
          <a:bodyPr/>
          <a:lstStyle/>
          <a:p>
            <a:fld id="{48F51132-6BA4-40BC-AB03-D6B9C4F193FC}" type="datetime1">
              <a:rPr lang="en-IN" smtClean="0"/>
              <a:t>15-10-2026</a:t>
            </a:fld>
            <a:endParaRPr lang="en-IN"/>
          </a:p>
        </p:txBody>
      </p:sp>
      <p:sp>
        <p:nvSpPr>
          <p:cNvPr id="4" name="Footer Placeholder 3">
            <a:extLst>
              <a:ext uri="{FF2B5EF4-FFF2-40B4-BE49-F238E27FC236}">
                <a16:creationId xmlns:a16="http://schemas.microsoft.com/office/drawing/2014/main" id="{5C63F73F-0420-C605-3EFF-74CBBE1B75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46EE44D-529C-1AC9-123B-7EBF53FA6E5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a:extLst>
              <a:ext uri="{FF2B5EF4-FFF2-40B4-BE49-F238E27FC236}">
                <a16:creationId xmlns:a16="http://schemas.microsoft.com/office/drawing/2014/main" id="{F4A6640D-01A3-9B0C-80EF-F10DE422076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46358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79728-5FED-202E-6651-A7474C32A850}"/>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Footer Placeholder 2">
            <a:extLst>
              <a:ext uri="{FF2B5EF4-FFF2-40B4-BE49-F238E27FC236}">
                <a16:creationId xmlns:a16="http://schemas.microsoft.com/office/drawing/2014/main" id="{C7F6D777-ECC4-1DAB-81FF-7D7AF3FF39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56A1D-0096-D4B4-2B11-1CDFE3317B73}"/>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a:extLst>
              <a:ext uri="{FF2B5EF4-FFF2-40B4-BE49-F238E27FC236}">
                <a16:creationId xmlns:a16="http://schemas.microsoft.com/office/drawing/2014/main" id="{0260B416-1EF4-3CD6-8E26-DC636E7B37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1471129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E5010-2418-091A-429D-37E400ABA5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A991DC8-3F06-BF0E-8109-8C1FEDEAD6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3544A7E-4423-60E2-E6E9-AAF09976D0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B3B07B-D8E2-C0AA-F7E4-545DF97910A6}"/>
              </a:ext>
            </a:extLst>
          </p:cNvPr>
          <p:cNvSpPr>
            <a:spLocks noGrp="1"/>
          </p:cNvSpPr>
          <p:nvPr>
            <p:ph type="dt" sz="half" idx="10"/>
          </p:nvPr>
        </p:nvSpPr>
        <p:spPr/>
        <p:txBody>
          <a:bodyPr/>
          <a:lstStyle/>
          <a:p>
            <a:fld id="{97DBE2A2-8283-469E-B4A1-D6877668ECFE}" type="datetime1">
              <a:rPr lang="en-IN" smtClean="0"/>
              <a:t>15-10-2026</a:t>
            </a:fld>
            <a:endParaRPr lang="en-IN"/>
          </a:p>
        </p:txBody>
      </p:sp>
      <p:sp>
        <p:nvSpPr>
          <p:cNvPr id="6" name="Footer Placeholder 5">
            <a:extLst>
              <a:ext uri="{FF2B5EF4-FFF2-40B4-BE49-F238E27FC236}">
                <a16:creationId xmlns:a16="http://schemas.microsoft.com/office/drawing/2014/main" id="{D8FB3DF0-CC05-0B05-24D9-6663B5E119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AB53E2-0205-A987-5D45-0DFC51D895EB}"/>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a:extLst>
              <a:ext uri="{FF2B5EF4-FFF2-40B4-BE49-F238E27FC236}">
                <a16:creationId xmlns:a16="http://schemas.microsoft.com/office/drawing/2014/main" id="{AE6F4A6A-FE20-C82E-95DD-FA2A5FCB0B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93727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7E51-2E25-5BFC-2696-794A224B6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3F9DC63-25C2-8B4F-3683-6B0A9BC756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54EBA80-D1E6-9786-229E-B9B70D9BDF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0DED29-F47E-2534-AFB4-003A8091ABF4}"/>
              </a:ext>
            </a:extLst>
          </p:cNvPr>
          <p:cNvSpPr>
            <a:spLocks noGrp="1"/>
          </p:cNvSpPr>
          <p:nvPr>
            <p:ph type="dt" sz="half" idx="10"/>
          </p:nvPr>
        </p:nvSpPr>
        <p:spPr/>
        <p:txBody>
          <a:bodyPr/>
          <a:lstStyle/>
          <a:p>
            <a:fld id="{FD50A723-EDD4-4822-84BE-4B7F697B4E56}" type="datetime1">
              <a:rPr lang="en-IN" smtClean="0"/>
              <a:t>15-10-2026</a:t>
            </a:fld>
            <a:endParaRPr lang="en-IN"/>
          </a:p>
        </p:txBody>
      </p:sp>
      <p:sp>
        <p:nvSpPr>
          <p:cNvPr id="6" name="Footer Placeholder 5">
            <a:extLst>
              <a:ext uri="{FF2B5EF4-FFF2-40B4-BE49-F238E27FC236}">
                <a16:creationId xmlns:a16="http://schemas.microsoft.com/office/drawing/2014/main" id="{06E6DE89-3F60-1B9B-0597-F389CAA72F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40B78F6-7EC0-BF15-5CA1-F0159D796384}"/>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28256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38785-1FEB-0757-FEC8-6AA1CB86C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D94473-1718-0D76-22B7-33E82D611F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19B1E2-29EC-2F2E-B362-55E80C4D0828}"/>
              </a:ext>
            </a:extLst>
          </p:cNvPr>
          <p:cNvSpPr>
            <a:spLocks noGrp="1"/>
          </p:cNvSpPr>
          <p:nvPr>
            <p:ph type="dt" sz="half" idx="10"/>
          </p:nvPr>
        </p:nvSpPr>
        <p:spPr/>
        <p:txBody>
          <a:bodyPr/>
          <a:lstStyle/>
          <a:p>
            <a:fld id="{6B848764-2CC6-431B-B501-1DF197EE73CC}" type="datetime1">
              <a:rPr lang="en-IN" smtClean="0"/>
              <a:t>15-10-2026</a:t>
            </a:fld>
            <a:endParaRPr lang="en-IN"/>
          </a:p>
        </p:txBody>
      </p:sp>
      <p:sp>
        <p:nvSpPr>
          <p:cNvPr id="5" name="Footer Placeholder 4">
            <a:extLst>
              <a:ext uri="{FF2B5EF4-FFF2-40B4-BE49-F238E27FC236}">
                <a16:creationId xmlns:a16="http://schemas.microsoft.com/office/drawing/2014/main" id="{2B36D9E9-31F7-01F5-C19A-438C407736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EE1B4F-5C80-EFB0-BA9F-8F17B8444B09}"/>
              </a:ext>
            </a:extLst>
          </p:cNvPr>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a:extLst>
              <a:ext uri="{FF2B5EF4-FFF2-40B4-BE49-F238E27FC236}">
                <a16:creationId xmlns:a16="http://schemas.microsoft.com/office/drawing/2014/main" id="{A32412BD-D800-391F-9FB6-159E83E747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extLst>
      <p:ext uri="{BB962C8B-B14F-4D97-AF65-F5344CB8AC3E}">
        <p14:creationId xmlns:p14="http://schemas.microsoft.com/office/powerpoint/2010/main" val="210784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43F02-0084-480F-2BA3-75A1C0102C1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22D9D-B106-6765-76CF-C9843EC19F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262E0-081B-BE3A-F92B-73DE583EDA72}"/>
              </a:ext>
            </a:extLst>
          </p:cNvPr>
          <p:cNvSpPr>
            <a:spLocks noGrp="1"/>
          </p:cNvSpPr>
          <p:nvPr>
            <p:ph type="dt" sz="half" idx="10"/>
          </p:nvPr>
        </p:nvSpPr>
        <p:spPr/>
        <p:txBody>
          <a:bodyPr/>
          <a:lstStyle/>
          <a:p>
            <a:fld id="{9C5EEFFA-3959-41FE-A774-B9B27FD8983C}" type="datetime1">
              <a:rPr lang="en-IN" smtClean="0"/>
              <a:t>15-10-2026</a:t>
            </a:fld>
            <a:endParaRPr lang="en-IN"/>
          </a:p>
        </p:txBody>
      </p:sp>
      <p:sp>
        <p:nvSpPr>
          <p:cNvPr id="5" name="Footer Placeholder 4">
            <a:extLst>
              <a:ext uri="{FF2B5EF4-FFF2-40B4-BE49-F238E27FC236}">
                <a16:creationId xmlns:a16="http://schemas.microsoft.com/office/drawing/2014/main" id="{2B69D4DC-613B-8105-F661-A37BB2AD0F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246AAE-21DC-2AE1-CF07-91F73A4DFA13}"/>
              </a:ext>
            </a:extLst>
          </p:cNvPr>
          <p:cNvSpPr>
            <a:spLocks noGrp="1"/>
          </p:cNvSpPr>
          <p:nvPr>
            <p:ph type="sldNum" sz="quarter" idx="12"/>
          </p:nvPr>
        </p:nvSpPr>
        <p:spPr/>
        <p:txBody>
          <a:bodyPr/>
          <a:lstStyle/>
          <a:p>
            <a:fld id="{CB012AB6-14AF-4351-87AD-D420B05274E1}" type="slidenum">
              <a:rPr lang="en-IN" smtClean="0"/>
              <a:t>‹#›</a:t>
            </a:fld>
            <a:endParaRPr lang="en-IN"/>
          </a:p>
        </p:txBody>
      </p:sp>
    </p:spTree>
    <p:extLst>
      <p:ext uri="{BB962C8B-B14F-4D97-AF65-F5344CB8AC3E}">
        <p14:creationId xmlns:p14="http://schemas.microsoft.com/office/powerpoint/2010/main" val="168354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948038-F901-EAD1-D5DB-03603E896CC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E2A14-F9FA-9B0B-5AA7-D785E09BAF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E56813-B660-C26F-CFEF-AF22C547FC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15-10-2026</a:t>
            </a:fld>
            <a:endParaRPr lang="en-IN"/>
          </a:p>
        </p:txBody>
      </p:sp>
      <p:sp>
        <p:nvSpPr>
          <p:cNvPr id="5" name="Footer Placeholder 4">
            <a:extLst>
              <a:ext uri="{FF2B5EF4-FFF2-40B4-BE49-F238E27FC236}">
                <a16:creationId xmlns:a16="http://schemas.microsoft.com/office/drawing/2014/main" id="{E4B697EB-16D9-74E1-1448-0CDC280711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0C42DC9-4178-3222-F3F2-C5EC792CA7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extLst>
      <p:ext uri="{BB962C8B-B14F-4D97-AF65-F5344CB8AC3E}">
        <p14:creationId xmlns:p14="http://schemas.microsoft.com/office/powerpoint/2010/main" val="3493481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0CCFF-527E-4AC9-A45F-A8196F49E0C3}"/>
              </a:ext>
            </a:extLst>
          </p:cNvPr>
          <p:cNvSpPr>
            <a:spLocks noGrp="1"/>
          </p:cNvSpPr>
          <p:nvPr>
            <p:ph type="ctrTitle"/>
          </p:nvPr>
        </p:nvSpPr>
        <p:spPr/>
        <p:txBody>
          <a:bodyPr>
            <a:normAutofit/>
          </a:bodyPr>
          <a:lstStyle/>
          <a:p>
            <a:r>
              <a:rPr lang="en-IN" sz="4400">
                <a:latin typeface="Sitka Small Semibold" pitchFamily="2" charset="0"/>
              </a:rPr>
              <a:t>Hospital Emergency – Room Triage System</a:t>
            </a:r>
            <a:br>
              <a:rPr lang="en-IN" sz="4400"/>
            </a:br>
            <a:r>
              <a:rPr lang="en-IN" sz="4400" b="1" u="sng">
                <a:latin typeface="Sitka Small Semibold" pitchFamily="2" charset="0"/>
              </a:rPr>
              <a:t>Team No - 06</a:t>
            </a:r>
          </a:p>
        </p:txBody>
      </p:sp>
      <p:sp>
        <p:nvSpPr>
          <p:cNvPr id="3" name="Subtitle 2">
            <a:extLst>
              <a:ext uri="{FF2B5EF4-FFF2-40B4-BE49-F238E27FC236}">
                <a16:creationId xmlns:a16="http://schemas.microsoft.com/office/drawing/2014/main" id="{A452AC95-AA7D-A76A-037F-6B2DB5A27E48}"/>
              </a:ext>
            </a:extLst>
          </p:cNvPr>
          <p:cNvSpPr>
            <a:spLocks noGrp="1"/>
          </p:cNvSpPr>
          <p:nvPr>
            <p:ph type="subTitle" idx="1"/>
          </p:nvPr>
        </p:nvSpPr>
        <p:spPr>
          <a:xfrm>
            <a:off x="1310640" y="3572257"/>
            <a:ext cx="9144000" cy="1655762"/>
          </a:xfrm>
        </p:spPr>
        <p:txBody>
          <a:bodyPr/>
          <a:lstStyle/>
          <a:p>
            <a:r>
              <a:rPr lang="en-IN" dirty="0">
                <a:latin typeface="Aptos Display" panose="020B0004020202020204" pitchFamily="34" charset="0"/>
              </a:rPr>
              <a:t> U. </a:t>
            </a:r>
            <a:r>
              <a:rPr lang="en-IN" dirty="0" err="1">
                <a:latin typeface="Aptos Display" panose="020B0004020202020204" pitchFamily="34" charset="0"/>
              </a:rPr>
              <a:t>Bruhathi</a:t>
            </a:r>
            <a:r>
              <a:rPr lang="en-IN" dirty="0">
                <a:latin typeface="Aptos Display" panose="020B0004020202020204" pitchFamily="34" charset="0"/>
              </a:rPr>
              <a:t> — 2620030025</a:t>
            </a:r>
          </a:p>
          <a:p>
            <a:r>
              <a:rPr lang="en-IN" dirty="0">
                <a:latin typeface="Aptos Display" panose="020B0004020202020204" pitchFamily="34" charset="0"/>
              </a:rPr>
              <a:t>M. Harshitha Reddy — 2620030118</a:t>
            </a:r>
          </a:p>
          <a:p>
            <a:endParaRPr lang="en-IN" dirty="0"/>
          </a:p>
        </p:txBody>
      </p:sp>
      <p:sp>
        <p:nvSpPr>
          <p:cNvPr id="8" name="Date Placeholder 7">
            <a:extLst>
              <a:ext uri="{FF2B5EF4-FFF2-40B4-BE49-F238E27FC236}">
                <a16:creationId xmlns:a16="http://schemas.microsoft.com/office/drawing/2014/main" id="{EFCDBBB2-97B1-B1CE-72F7-62625B779167}"/>
              </a:ext>
            </a:extLst>
          </p:cNvPr>
          <p:cNvSpPr>
            <a:spLocks noGrp="1"/>
          </p:cNvSpPr>
          <p:nvPr>
            <p:ph type="dt" sz="half" idx="10"/>
          </p:nvPr>
        </p:nvSpPr>
        <p:spPr/>
        <p:txBody>
          <a:bodyPr/>
          <a:lstStyle/>
          <a:p>
            <a:fld id="{F2B7D318-FBF5-482E-BB10-69D54EA53D7B}" type="datetime1">
              <a:rPr lang="en-IN" smtClean="0"/>
              <a:t>15-10-2026</a:t>
            </a:fld>
            <a:endParaRPr lang="en-IN"/>
          </a:p>
        </p:txBody>
      </p:sp>
      <p:sp>
        <p:nvSpPr>
          <p:cNvPr id="9" name="Slide Number Placeholder 8">
            <a:extLst>
              <a:ext uri="{FF2B5EF4-FFF2-40B4-BE49-F238E27FC236}">
                <a16:creationId xmlns:a16="http://schemas.microsoft.com/office/drawing/2014/main" id="{147EDCEF-417A-3750-BB67-C2592E7FAAA6}"/>
              </a:ext>
            </a:extLst>
          </p:cNvPr>
          <p:cNvSpPr>
            <a:spLocks noGrp="1"/>
          </p:cNvSpPr>
          <p:nvPr>
            <p:ph type="sldNum" sz="quarter" idx="12"/>
          </p:nvPr>
        </p:nvSpPr>
        <p:spPr/>
        <p:txBody>
          <a:bodyPr/>
          <a:lstStyle/>
          <a:p>
            <a:fld id="{CB012AB6-14AF-4351-87AD-D420B05274E1}" type="slidenum">
              <a:rPr lang="en-IN" smtClean="0"/>
              <a:t>1</a:t>
            </a:fld>
            <a:endParaRPr lang="en-IN"/>
          </a:p>
        </p:txBody>
      </p:sp>
      <p:sp>
        <p:nvSpPr>
          <p:cNvPr id="6" name="Rectangle: Rounded Corners 5">
            <a:extLst>
              <a:ext uri="{FF2B5EF4-FFF2-40B4-BE49-F238E27FC236}">
                <a16:creationId xmlns:a16="http://schemas.microsoft.com/office/drawing/2014/main" id="{6683C45F-0AB3-3E60-6248-7CBF89D371F4}"/>
              </a:ext>
            </a:extLst>
          </p:cNvPr>
          <p:cNvSpPr/>
          <p:nvPr/>
        </p:nvSpPr>
        <p:spPr>
          <a:xfrm>
            <a:off x="563880" y="4803823"/>
            <a:ext cx="1798320" cy="669861"/>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1 - Immediate </a:t>
            </a:r>
          </a:p>
        </p:txBody>
      </p:sp>
      <p:sp>
        <p:nvSpPr>
          <p:cNvPr id="10" name="Rectangle: Rounded Corners 9">
            <a:extLst>
              <a:ext uri="{FF2B5EF4-FFF2-40B4-BE49-F238E27FC236}">
                <a16:creationId xmlns:a16="http://schemas.microsoft.com/office/drawing/2014/main" id="{D13DFB25-1BD5-C87A-0C82-38755F4DD7FE}"/>
              </a:ext>
            </a:extLst>
          </p:cNvPr>
          <p:cNvSpPr/>
          <p:nvPr/>
        </p:nvSpPr>
        <p:spPr>
          <a:xfrm>
            <a:off x="2811780" y="4787392"/>
            <a:ext cx="1798320" cy="669861"/>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2 - Emergent</a:t>
            </a:r>
          </a:p>
        </p:txBody>
      </p:sp>
      <p:sp>
        <p:nvSpPr>
          <p:cNvPr id="11" name="Rectangle: Rounded Corners 10">
            <a:extLst>
              <a:ext uri="{FF2B5EF4-FFF2-40B4-BE49-F238E27FC236}">
                <a16:creationId xmlns:a16="http://schemas.microsoft.com/office/drawing/2014/main" id="{03220F7A-31ED-BA1D-DF34-62294B6146DD}"/>
              </a:ext>
            </a:extLst>
          </p:cNvPr>
          <p:cNvSpPr/>
          <p:nvPr/>
        </p:nvSpPr>
        <p:spPr>
          <a:xfrm>
            <a:off x="5278755" y="4772009"/>
            <a:ext cx="1699260" cy="669861"/>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3 - Urgent</a:t>
            </a:r>
          </a:p>
        </p:txBody>
      </p:sp>
      <p:sp>
        <p:nvSpPr>
          <p:cNvPr id="12" name="Rectangle: Rounded Corners 11">
            <a:extLst>
              <a:ext uri="{FF2B5EF4-FFF2-40B4-BE49-F238E27FC236}">
                <a16:creationId xmlns:a16="http://schemas.microsoft.com/office/drawing/2014/main" id="{5E43E354-288D-0410-8F90-96F367DA8C02}"/>
              </a:ext>
            </a:extLst>
          </p:cNvPr>
          <p:cNvSpPr/>
          <p:nvPr/>
        </p:nvSpPr>
        <p:spPr>
          <a:xfrm>
            <a:off x="7562850" y="4772009"/>
            <a:ext cx="1927860" cy="610582"/>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4 – Less Urgent</a:t>
            </a:r>
          </a:p>
        </p:txBody>
      </p:sp>
      <p:sp>
        <p:nvSpPr>
          <p:cNvPr id="13" name="Rectangle: Rounded Corners 12">
            <a:extLst>
              <a:ext uri="{FF2B5EF4-FFF2-40B4-BE49-F238E27FC236}">
                <a16:creationId xmlns:a16="http://schemas.microsoft.com/office/drawing/2014/main" id="{A598354A-5006-AC4D-CD73-89BFA64FECF2}"/>
              </a:ext>
            </a:extLst>
          </p:cNvPr>
          <p:cNvSpPr/>
          <p:nvPr/>
        </p:nvSpPr>
        <p:spPr>
          <a:xfrm>
            <a:off x="9917430" y="4744116"/>
            <a:ext cx="1927860" cy="655604"/>
          </a:xfrm>
          <a:prstGeom prst="roundRect">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5 – Non-Urgent</a:t>
            </a:r>
          </a:p>
        </p:txBody>
      </p:sp>
    </p:spTree>
    <p:extLst>
      <p:ext uri="{BB962C8B-B14F-4D97-AF65-F5344CB8AC3E}">
        <p14:creationId xmlns:p14="http://schemas.microsoft.com/office/powerpoint/2010/main" val="1570750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F8055FA-8EC1-0FDC-21CB-845F9016C706}"/>
              </a:ext>
            </a:extLst>
          </p:cNvPr>
          <p:cNvSpPr>
            <a:spLocks noGrp="1"/>
          </p:cNvSpPr>
          <p:nvPr>
            <p:ph type="dt" sz="half" idx="10"/>
          </p:nvPr>
        </p:nvSpPr>
        <p:spPr/>
        <p:txBody>
          <a:bodyPr/>
          <a:lstStyle/>
          <a:p>
            <a:fld id="{91D819AD-E7C0-4450-A29A-C3AB3AFFF6BF}" type="datetime1">
              <a:rPr lang="en-IN" smtClean="0"/>
              <a:t>15-10-2026</a:t>
            </a:fld>
            <a:endParaRPr lang="en-IN"/>
          </a:p>
        </p:txBody>
      </p:sp>
      <p:sp>
        <p:nvSpPr>
          <p:cNvPr id="5" name="Slide Number Placeholder 4">
            <a:extLst>
              <a:ext uri="{FF2B5EF4-FFF2-40B4-BE49-F238E27FC236}">
                <a16:creationId xmlns:a16="http://schemas.microsoft.com/office/drawing/2014/main" id="{229CFF38-D9B5-1B3E-0EC5-08CA2C2137B8}"/>
              </a:ext>
            </a:extLst>
          </p:cNvPr>
          <p:cNvSpPr>
            <a:spLocks noGrp="1"/>
          </p:cNvSpPr>
          <p:nvPr>
            <p:ph type="sldNum" sz="quarter" idx="12"/>
          </p:nvPr>
        </p:nvSpPr>
        <p:spPr/>
        <p:txBody>
          <a:bodyPr/>
          <a:lstStyle/>
          <a:p>
            <a:fld id="{CB012AB6-14AF-4351-87AD-D420B05274E1}" type="slidenum">
              <a:rPr lang="en-IN" smtClean="0"/>
              <a:t>2</a:t>
            </a:fld>
            <a:endParaRPr lang="en-IN"/>
          </a:p>
        </p:txBody>
      </p:sp>
      <p:sp>
        <p:nvSpPr>
          <p:cNvPr id="2" name="Title 1">
            <a:extLst>
              <a:ext uri="{FF2B5EF4-FFF2-40B4-BE49-F238E27FC236}">
                <a16:creationId xmlns:a16="http://schemas.microsoft.com/office/drawing/2014/main" id="{EDE71AF3-F02C-0F4C-0929-57F8B753540D}"/>
              </a:ext>
            </a:extLst>
          </p:cNvPr>
          <p:cNvSpPr>
            <a:spLocks noGrp="1"/>
          </p:cNvSpPr>
          <p:nvPr>
            <p:ph type="title" idx="4294967295"/>
          </p:nvPr>
        </p:nvSpPr>
        <p:spPr>
          <a:xfrm>
            <a:off x="518160" y="426085"/>
            <a:ext cx="10515600" cy="1325563"/>
          </a:xfrm>
        </p:spPr>
        <p:txBody>
          <a:bodyPr/>
          <a:lstStyle/>
          <a:p>
            <a:r>
              <a:rPr lang="en-IN">
                <a:latin typeface="Sitka Small Semibold" pitchFamily="2" charset="0"/>
              </a:rPr>
              <a:t>Abstract</a:t>
            </a:r>
          </a:p>
        </p:txBody>
      </p:sp>
      <p:sp>
        <p:nvSpPr>
          <p:cNvPr id="7" name="TextBox 6">
            <a:extLst>
              <a:ext uri="{FF2B5EF4-FFF2-40B4-BE49-F238E27FC236}">
                <a16:creationId xmlns:a16="http://schemas.microsoft.com/office/drawing/2014/main" id="{FD920DB3-EFC5-1F0A-AC19-93176B87C349}"/>
              </a:ext>
            </a:extLst>
          </p:cNvPr>
          <p:cNvSpPr txBox="1"/>
          <p:nvPr/>
        </p:nvSpPr>
        <p:spPr>
          <a:xfrm>
            <a:off x="518160" y="1352491"/>
            <a:ext cx="11643360" cy="4801314"/>
          </a:xfrm>
          <a:prstGeom prst="rect">
            <a:avLst/>
          </a:prstGeom>
          <a:noFill/>
        </p:spPr>
        <p:txBody>
          <a:bodyPr wrap="square">
            <a:spAutoFit/>
          </a:bodyPr>
          <a:lstStyle/>
          <a:p>
            <a:pPr>
              <a:buNone/>
            </a:pPr>
            <a:r>
              <a:rPr lang="en-IN">
                <a:effectLst/>
              </a:rPr>
              <a:t>Hospital Emergency Room Triage System — Abstract</a:t>
            </a:r>
            <a:endParaRPr lang="en-IN"/>
          </a:p>
          <a:p>
            <a:pPr>
              <a:buNone/>
            </a:pPr>
            <a:r>
              <a:rPr lang="en-IN">
                <a:effectLst/>
              </a:rPr>
              <a:t>The Hospital Emergency Room Triage System is a software application designed to streamline and automate the initial patient assessment, prioritization, and assignment process in a hospital emergency department. Traditional paper-based triage methods often lead to delays, human error, and difficulty in tracking patient urgency, which can compromise critical care delivery. This system provides a centralized platform to efficiently classify patients based on medical severity and manage emergency room workflows.</a:t>
            </a:r>
            <a:endParaRPr lang="en-IN"/>
          </a:p>
          <a:p>
            <a:pPr>
              <a:buNone/>
            </a:pPr>
            <a:r>
              <a:rPr lang="en-IN">
                <a:effectLst/>
              </a:rPr>
              <a:t>The system enables medical staff to register incoming patients, record vital signs, assign triage priority levels (e.g., Immediate, Urgent, Non-Urgent), and track waiting times. It maintains real-time records of patient status, bed availability, and attending staff assignments. Healthcare providers can search for patient records, update medical statuses, and identify critical cases requiring immediate intervention.</a:t>
            </a:r>
            <a:endParaRPr lang="en-IN"/>
          </a:p>
          <a:p>
            <a:pPr>
              <a:buNone/>
            </a:pPr>
            <a:r>
              <a:rPr lang="en-IN">
                <a:effectLst/>
              </a:rPr>
              <a:t>By automating routine intake and prioritizing care based on medical necessity, the proposed system reduces admission delays, minimizes manual record errors, saves crucial time, and improves patient outcome tracking. It provides an organized, reliable method for monitoring emergency room capacity and generating operational reports. The Hospital Emergency Room Triage System can be implemented as a Java application and further enhanced with features like real-time vital monitor integration, automated SMS alerts for family members, queue time estimation algorithms, and role-based access for doctors and nurses. Overall, the system aims to deliver a fast, structured, and user-friendly solution for managing emergency care activities.</a:t>
            </a:r>
            <a:endParaRPr lang="en-IN"/>
          </a:p>
        </p:txBody>
      </p:sp>
    </p:spTree>
    <p:extLst>
      <p:ext uri="{BB962C8B-B14F-4D97-AF65-F5344CB8AC3E}">
        <p14:creationId xmlns:p14="http://schemas.microsoft.com/office/powerpoint/2010/main" val="676338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1A350AE-3599-26AF-9C41-62ADA08AED5A}"/>
              </a:ext>
            </a:extLst>
          </p:cNvPr>
          <p:cNvSpPr>
            <a:spLocks noGrp="1"/>
          </p:cNvSpPr>
          <p:nvPr>
            <p:ph type="dt" sz="half" idx="10"/>
          </p:nvPr>
        </p:nvSpPr>
        <p:spPr/>
        <p:txBody>
          <a:bodyPr/>
          <a:lstStyle/>
          <a:p>
            <a:fld id="{204A9410-9F72-4C75-ADBD-63106BC7C7D6}" type="datetime1">
              <a:rPr lang="en-IN" smtClean="0"/>
              <a:t>15-10-2026</a:t>
            </a:fld>
            <a:endParaRPr lang="en-IN"/>
          </a:p>
        </p:txBody>
      </p:sp>
      <p:sp>
        <p:nvSpPr>
          <p:cNvPr id="5" name="Slide Number Placeholder 4">
            <a:extLst>
              <a:ext uri="{FF2B5EF4-FFF2-40B4-BE49-F238E27FC236}">
                <a16:creationId xmlns:a16="http://schemas.microsoft.com/office/drawing/2014/main" id="{4A261277-3D40-ACA2-AEC9-E9A0E9DC1318}"/>
              </a:ext>
            </a:extLst>
          </p:cNvPr>
          <p:cNvSpPr>
            <a:spLocks noGrp="1"/>
          </p:cNvSpPr>
          <p:nvPr>
            <p:ph type="sldNum" sz="quarter" idx="12"/>
          </p:nvPr>
        </p:nvSpPr>
        <p:spPr/>
        <p:txBody>
          <a:bodyPr/>
          <a:lstStyle/>
          <a:p>
            <a:fld id="{CB012AB6-14AF-4351-87AD-D420B05274E1}" type="slidenum">
              <a:rPr lang="en-IN" smtClean="0"/>
              <a:t>3</a:t>
            </a:fld>
            <a:endParaRPr lang="en-IN"/>
          </a:p>
        </p:txBody>
      </p:sp>
      <p:sp>
        <p:nvSpPr>
          <p:cNvPr id="2" name="Title 1">
            <a:extLst>
              <a:ext uri="{FF2B5EF4-FFF2-40B4-BE49-F238E27FC236}">
                <a16:creationId xmlns:a16="http://schemas.microsoft.com/office/drawing/2014/main" id="{54D4AC2B-1702-695F-E0B5-9F6550F04B7D}"/>
              </a:ext>
            </a:extLst>
          </p:cNvPr>
          <p:cNvSpPr>
            <a:spLocks noGrp="1"/>
          </p:cNvSpPr>
          <p:nvPr>
            <p:ph type="title" idx="4294967295"/>
          </p:nvPr>
        </p:nvSpPr>
        <p:spPr>
          <a:xfrm>
            <a:off x="441960" y="456565"/>
            <a:ext cx="10515600" cy="1325563"/>
          </a:xfrm>
        </p:spPr>
        <p:txBody>
          <a:bodyPr/>
          <a:lstStyle/>
          <a:p>
            <a:r>
              <a:rPr lang="en-IN">
                <a:latin typeface="Sitka Small Semibold" pitchFamily="2" charset="0"/>
              </a:rPr>
              <a:t>Understanding Problem Statement</a:t>
            </a:r>
          </a:p>
        </p:txBody>
      </p:sp>
      <p:sp>
        <p:nvSpPr>
          <p:cNvPr id="7" name="TextBox 6">
            <a:extLst>
              <a:ext uri="{FF2B5EF4-FFF2-40B4-BE49-F238E27FC236}">
                <a16:creationId xmlns:a16="http://schemas.microsoft.com/office/drawing/2014/main" id="{D5776C29-AA23-35ED-B512-554E3EB62083}"/>
              </a:ext>
            </a:extLst>
          </p:cNvPr>
          <p:cNvSpPr txBox="1"/>
          <p:nvPr/>
        </p:nvSpPr>
        <p:spPr>
          <a:xfrm>
            <a:off x="533400" y="1812905"/>
            <a:ext cx="6096000" cy="523220"/>
          </a:xfrm>
          <a:prstGeom prst="rect">
            <a:avLst/>
          </a:prstGeom>
          <a:noFill/>
        </p:spPr>
        <p:txBody>
          <a:bodyPr wrap="square">
            <a:spAutoFit/>
          </a:bodyPr>
          <a:lstStyle/>
          <a:p>
            <a:pPr>
              <a:buNone/>
            </a:pPr>
            <a:r>
              <a:rPr lang="en-IN" sz="2000" u="sng">
                <a:solidFill>
                  <a:srgbClr val="FF0000"/>
                </a:solidFill>
                <a:latin typeface="Copperplate Gothic Light" panose="020E0507020206020404" pitchFamily="34" charset="0"/>
              </a:rPr>
              <a:t>The </a:t>
            </a:r>
            <a:r>
              <a:rPr lang="en-IN" sz="2800" u="sng">
                <a:solidFill>
                  <a:srgbClr val="FF0000"/>
                </a:solidFill>
                <a:latin typeface="Copperplate Gothic Light" panose="020E0507020206020404" pitchFamily="34" charset="0"/>
              </a:rPr>
              <a:t>problem</a:t>
            </a:r>
            <a:endParaRPr lang="en-IN" sz="2000" u="sng">
              <a:solidFill>
                <a:srgbClr val="FF0000"/>
              </a:solidFill>
              <a:latin typeface="Copperplate Gothic Light" panose="020E0507020206020404" pitchFamily="34" charset="0"/>
            </a:endParaRPr>
          </a:p>
        </p:txBody>
      </p:sp>
      <p:sp>
        <p:nvSpPr>
          <p:cNvPr id="9" name="TextBox 8">
            <a:extLst>
              <a:ext uri="{FF2B5EF4-FFF2-40B4-BE49-F238E27FC236}">
                <a16:creationId xmlns:a16="http://schemas.microsoft.com/office/drawing/2014/main" id="{37922454-37C1-DA35-F216-88F2C00D0E80}"/>
              </a:ext>
            </a:extLst>
          </p:cNvPr>
          <p:cNvSpPr txBox="1"/>
          <p:nvPr/>
        </p:nvSpPr>
        <p:spPr>
          <a:xfrm>
            <a:off x="533400" y="2305348"/>
            <a:ext cx="6096000" cy="1477328"/>
          </a:xfrm>
          <a:prstGeom prst="rect">
            <a:avLst/>
          </a:prstGeom>
          <a:noFill/>
        </p:spPr>
        <p:txBody>
          <a:bodyPr wrap="square">
            <a:spAutoFit/>
          </a:bodyPr>
          <a:lstStyle/>
          <a:p>
            <a:pPr>
              <a:buNone/>
            </a:pPr>
            <a:r>
              <a:rPr lang="en-IN"/>
              <a:t>1. Emergency rooms receive more patients than can be treated at once.</a:t>
            </a:r>
          </a:p>
          <a:p>
            <a:pPr>
              <a:buNone/>
            </a:pPr>
            <a:r>
              <a:rPr lang="en-IN"/>
              <a:t>2. Manual triage depends on judgement, so decisions can be slow and inconsistent.</a:t>
            </a:r>
          </a:p>
          <a:p>
            <a:pPr>
              <a:buNone/>
            </a:pPr>
            <a:r>
              <a:rPr lang="en-IN"/>
              <a:t>3. Critical patients risk waiting behind less serious cases.</a:t>
            </a:r>
          </a:p>
        </p:txBody>
      </p:sp>
      <p:sp>
        <p:nvSpPr>
          <p:cNvPr id="11" name="TextBox 10">
            <a:extLst>
              <a:ext uri="{FF2B5EF4-FFF2-40B4-BE49-F238E27FC236}">
                <a16:creationId xmlns:a16="http://schemas.microsoft.com/office/drawing/2014/main" id="{2BD1CB2C-946F-110B-99C4-EBE0F9ACDFCE}"/>
              </a:ext>
            </a:extLst>
          </p:cNvPr>
          <p:cNvSpPr txBox="1"/>
          <p:nvPr/>
        </p:nvSpPr>
        <p:spPr>
          <a:xfrm>
            <a:off x="487680" y="3823028"/>
            <a:ext cx="6096000" cy="461665"/>
          </a:xfrm>
          <a:prstGeom prst="rect">
            <a:avLst/>
          </a:prstGeom>
          <a:noFill/>
        </p:spPr>
        <p:txBody>
          <a:bodyPr wrap="square">
            <a:spAutoFit/>
          </a:bodyPr>
          <a:lstStyle/>
          <a:p>
            <a:pPr>
              <a:buNone/>
            </a:pPr>
            <a:r>
              <a:rPr lang="en-IN" sz="2400" u="sng">
                <a:solidFill>
                  <a:srgbClr val="002060"/>
                </a:solidFill>
                <a:latin typeface="Copperplate Gothic Light" panose="020E0507020206020404" pitchFamily="34" charset="0"/>
              </a:rPr>
              <a:t>OBJECTIVE</a:t>
            </a:r>
          </a:p>
        </p:txBody>
      </p:sp>
      <p:sp>
        <p:nvSpPr>
          <p:cNvPr id="13" name="TextBox 12">
            <a:extLst>
              <a:ext uri="{FF2B5EF4-FFF2-40B4-BE49-F238E27FC236}">
                <a16:creationId xmlns:a16="http://schemas.microsoft.com/office/drawing/2014/main" id="{6FE8A66D-E3DD-48A8-BB71-82954038C1F3}"/>
              </a:ext>
            </a:extLst>
          </p:cNvPr>
          <p:cNvSpPr txBox="1"/>
          <p:nvPr/>
        </p:nvSpPr>
        <p:spPr>
          <a:xfrm>
            <a:off x="487680" y="4351025"/>
            <a:ext cx="6096000" cy="646331"/>
          </a:xfrm>
          <a:prstGeom prst="rect">
            <a:avLst/>
          </a:prstGeom>
          <a:noFill/>
        </p:spPr>
        <p:txBody>
          <a:bodyPr wrap="square">
            <a:spAutoFit/>
          </a:bodyPr>
          <a:lstStyle/>
          <a:p>
            <a:pPr>
              <a:buNone/>
            </a:pPr>
            <a:r>
              <a:rPr lang="en-IN"/>
              <a:t>Build a rule-based Java program that ranks arriving patients by urgency so the most critical are seen first.</a:t>
            </a:r>
          </a:p>
        </p:txBody>
      </p:sp>
      <p:sp>
        <p:nvSpPr>
          <p:cNvPr id="15" name="TextBox 14">
            <a:extLst>
              <a:ext uri="{FF2B5EF4-FFF2-40B4-BE49-F238E27FC236}">
                <a16:creationId xmlns:a16="http://schemas.microsoft.com/office/drawing/2014/main" id="{5EBD16FE-4C18-7E02-9C33-7F1417286A36}"/>
              </a:ext>
            </a:extLst>
          </p:cNvPr>
          <p:cNvSpPr txBox="1"/>
          <p:nvPr/>
        </p:nvSpPr>
        <p:spPr>
          <a:xfrm>
            <a:off x="6537960" y="1812905"/>
            <a:ext cx="6096000" cy="461665"/>
          </a:xfrm>
          <a:prstGeom prst="rect">
            <a:avLst/>
          </a:prstGeom>
          <a:noFill/>
        </p:spPr>
        <p:txBody>
          <a:bodyPr wrap="square">
            <a:spAutoFit/>
          </a:bodyPr>
          <a:lstStyle/>
          <a:p>
            <a:pPr>
              <a:buNone/>
            </a:pPr>
            <a:r>
              <a:rPr lang="en-IN" u="sng">
                <a:solidFill>
                  <a:schemeClr val="accent6">
                    <a:lumMod val="75000"/>
                  </a:schemeClr>
                </a:solidFill>
                <a:latin typeface="Copperplate Gothic Light" panose="020E0507020206020404" pitchFamily="34" charset="0"/>
              </a:rPr>
              <a:t>Our </a:t>
            </a:r>
            <a:r>
              <a:rPr lang="en-IN" sz="2400" u="sng">
                <a:solidFill>
                  <a:schemeClr val="accent6">
                    <a:lumMod val="75000"/>
                  </a:schemeClr>
                </a:solidFill>
                <a:latin typeface="Copperplate Gothic Light" panose="020E0507020206020404" pitchFamily="34" charset="0"/>
              </a:rPr>
              <a:t>solution</a:t>
            </a:r>
          </a:p>
        </p:txBody>
      </p:sp>
      <p:sp>
        <p:nvSpPr>
          <p:cNvPr id="16" name="Oval 15">
            <a:extLst>
              <a:ext uri="{FF2B5EF4-FFF2-40B4-BE49-F238E27FC236}">
                <a16:creationId xmlns:a16="http://schemas.microsoft.com/office/drawing/2014/main" id="{7A5D7A6F-FBF6-8F84-9D4A-E243F41770D7}"/>
              </a:ext>
            </a:extLst>
          </p:cNvPr>
          <p:cNvSpPr/>
          <p:nvPr/>
        </p:nvSpPr>
        <p:spPr>
          <a:xfrm>
            <a:off x="6629400" y="2375208"/>
            <a:ext cx="426720" cy="391806"/>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IN"/>
              <a:t>1</a:t>
            </a:r>
          </a:p>
        </p:txBody>
      </p:sp>
      <p:sp>
        <p:nvSpPr>
          <p:cNvPr id="17" name="Oval 16">
            <a:extLst>
              <a:ext uri="{FF2B5EF4-FFF2-40B4-BE49-F238E27FC236}">
                <a16:creationId xmlns:a16="http://schemas.microsoft.com/office/drawing/2014/main" id="{D712086E-F830-3599-285F-EF33C350DCD9}"/>
              </a:ext>
            </a:extLst>
          </p:cNvPr>
          <p:cNvSpPr/>
          <p:nvPr/>
        </p:nvSpPr>
        <p:spPr>
          <a:xfrm>
            <a:off x="6629400" y="3259457"/>
            <a:ext cx="426720" cy="391806"/>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IN"/>
              <a:t>2</a:t>
            </a:r>
          </a:p>
        </p:txBody>
      </p:sp>
      <p:sp>
        <p:nvSpPr>
          <p:cNvPr id="18" name="Oval 17">
            <a:extLst>
              <a:ext uri="{FF2B5EF4-FFF2-40B4-BE49-F238E27FC236}">
                <a16:creationId xmlns:a16="http://schemas.microsoft.com/office/drawing/2014/main" id="{C7DC1C71-7F0F-A59F-9A9B-9DDD72340C94}"/>
              </a:ext>
            </a:extLst>
          </p:cNvPr>
          <p:cNvSpPr/>
          <p:nvPr/>
        </p:nvSpPr>
        <p:spPr>
          <a:xfrm>
            <a:off x="6629400" y="4155122"/>
            <a:ext cx="426720" cy="391806"/>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IN"/>
              <a:t>3</a:t>
            </a:r>
          </a:p>
        </p:txBody>
      </p:sp>
      <p:sp>
        <p:nvSpPr>
          <p:cNvPr id="19" name="Oval 18">
            <a:extLst>
              <a:ext uri="{FF2B5EF4-FFF2-40B4-BE49-F238E27FC236}">
                <a16:creationId xmlns:a16="http://schemas.microsoft.com/office/drawing/2014/main" id="{E855AF4E-4D5B-3B50-2C6D-5468C46CE0BA}"/>
              </a:ext>
            </a:extLst>
          </p:cNvPr>
          <p:cNvSpPr/>
          <p:nvPr/>
        </p:nvSpPr>
        <p:spPr>
          <a:xfrm>
            <a:off x="6629400" y="4997356"/>
            <a:ext cx="426720" cy="391806"/>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IN"/>
              <a:t>4</a:t>
            </a:r>
          </a:p>
        </p:txBody>
      </p:sp>
      <p:sp>
        <p:nvSpPr>
          <p:cNvPr id="21" name="TextBox 20">
            <a:extLst>
              <a:ext uri="{FF2B5EF4-FFF2-40B4-BE49-F238E27FC236}">
                <a16:creationId xmlns:a16="http://schemas.microsoft.com/office/drawing/2014/main" id="{99739A0E-1E22-3361-98B6-44F7BE15CA61}"/>
              </a:ext>
            </a:extLst>
          </p:cNvPr>
          <p:cNvSpPr txBox="1"/>
          <p:nvPr/>
        </p:nvSpPr>
        <p:spPr>
          <a:xfrm>
            <a:off x="7212330" y="2386445"/>
            <a:ext cx="6316980" cy="400110"/>
          </a:xfrm>
          <a:prstGeom prst="rect">
            <a:avLst/>
          </a:prstGeom>
          <a:noFill/>
        </p:spPr>
        <p:txBody>
          <a:bodyPr wrap="square">
            <a:spAutoFit/>
          </a:bodyPr>
          <a:lstStyle/>
          <a:p>
            <a:pPr>
              <a:buNone/>
            </a:pPr>
            <a:r>
              <a:rPr lang="en-IN" sz="2000"/>
              <a:t>Capture</a:t>
            </a:r>
          </a:p>
        </p:txBody>
      </p:sp>
      <p:sp>
        <p:nvSpPr>
          <p:cNvPr id="23" name="TextBox 22">
            <a:extLst>
              <a:ext uri="{FF2B5EF4-FFF2-40B4-BE49-F238E27FC236}">
                <a16:creationId xmlns:a16="http://schemas.microsoft.com/office/drawing/2014/main" id="{11F3637E-B1A5-D633-AA21-3C8F99BD6D6B}"/>
              </a:ext>
            </a:extLst>
          </p:cNvPr>
          <p:cNvSpPr txBox="1"/>
          <p:nvPr/>
        </p:nvSpPr>
        <p:spPr>
          <a:xfrm>
            <a:off x="6987540" y="2688792"/>
            <a:ext cx="6766560" cy="369332"/>
          </a:xfrm>
          <a:prstGeom prst="rect">
            <a:avLst/>
          </a:prstGeom>
          <a:noFill/>
        </p:spPr>
        <p:txBody>
          <a:bodyPr wrap="square">
            <a:spAutoFit/>
          </a:bodyPr>
          <a:lstStyle/>
          <a:p>
            <a:pPr>
              <a:buNone/>
            </a:pPr>
            <a:r>
              <a:rPr lang="en-IN"/>
              <a:t>Nurse enters age and vital signs at the console</a:t>
            </a:r>
          </a:p>
        </p:txBody>
      </p:sp>
      <p:sp>
        <p:nvSpPr>
          <p:cNvPr id="24" name="TextBox 23">
            <a:extLst>
              <a:ext uri="{FF2B5EF4-FFF2-40B4-BE49-F238E27FC236}">
                <a16:creationId xmlns:a16="http://schemas.microsoft.com/office/drawing/2014/main" id="{2A0CD8F5-4051-0E66-2807-C34FD3ADD699}"/>
              </a:ext>
            </a:extLst>
          </p:cNvPr>
          <p:cNvSpPr txBox="1"/>
          <p:nvPr/>
        </p:nvSpPr>
        <p:spPr>
          <a:xfrm>
            <a:off x="7212330" y="3237291"/>
            <a:ext cx="951479" cy="461665"/>
          </a:xfrm>
          <a:prstGeom prst="rect">
            <a:avLst/>
          </a:prstGeom>
          <a:noFill/>
        </p:spPr>
        <p:txBody>
          <a:bodyPr wrap="none" rtlCol="0">
            <a:spAutoFit/>
          </a:bodyPr>
          <a:lstStyle/>
          <a:p>
            <a:r>
              <a:rPr lang="en-IN" sz="2400"/>
              <a:t>Score</a:t>
            </a:r>
          </a:p>
        </p:txBody>
      </p:sp>
      <p:sp>
        <p:nvSpPr>
          <p:cNvPr id="25" name="TextBox 24">
            <a:extLst>
              <a:ext uri="{FF2B5EF4-FFF2-40B4-BE49-F238E27FC236}">
                <a16:creationId xmlns:a16="http://schemas.microsoft.com/office/drawing/2014/main" id="{037EF918-5DFD-5C50-84BB-C5151E204D8A}"/>
              </a:ext>
            </a:extLst>
          </p:cNvPr>
          <p:cNvSpPr txBox="1"/>
          <p:nvPr/>
        </p:nvSpPr>
        <p:spPr>
          <a:xfrm>
            <a:off x="6987540" y="3561983"/>
            <a:ext cx="4442819" cy="369332"/>
          </a:xfrm>
          <a:prstGeom prst="rect">
            <a:avLst/>
          </a:prstGeom>
          <a:noFill/>
        </p:spPr>
        <p:txBody>
          <a:bodyPr wrap="none" rtlCol="0">
            <a:spAutoFit/>
          </a:bodyPr>
          <a:lstStyle/>
          <a:p>
            <a:r>
              <a:rPr lang="en-IN" dirty="0"/>
              <a:t>Rules turn each reading into severity points</a:t>
            </a:r>
          </a:p>
        </p:txBody>
      </p:sp>
      <p:sp>
        <p:nvSpPr>
          <p:cNvPr id="26" name="TextBox 25">
            <a:extLst>
              <a:ext uri="{FF2B5EF4-FFF2-40B4-BE49-F238E27FC236}">
                <a16:creationId xmlns:a16="http://schemas.microsoft.com/office/drawing/2014/main" id="{FD508A07-E5FF-1DFC-8DF9-49F18A988E0A}"/>
              </a:ext>
            </a:extLst>
          </p:cNvPr>
          <p:cNvSpPr txBox="1"/>
          <p:nvPr/>
        </p:nvSpPr>
        <p:spPr>
          <a:xfrm>
            <a:off x="7212330" y="4155122"/>
            <a:ext cx="1073435" cy="400110"/>
          </a:xfrm>
          <a:prstGeom prst="rect">
            <a:avLst/>
          </a:prstGeom>
          <a:noFill/>
        </p:spPr>
        <p:txBody>
          <a:bodyPr wrap="none" rtlCol="0">
            <a:spAutoFit/>
          </a:bodyPr>
          <a:lstStyle/>
          <a:p>
            <a:r>
              <a:rPr lang="en-IN" sz="2000"/>
              <a:t>Classify</a:t>
            </a:r>
          </a:p>
        </p:txBody>
      </p:sp>
      <p:sp>
        <p:nvSpPr>
          <p:cNvPr id="27" name="TextBox 26">
            <a:extLst>
              <a:ext uri="{FF2B5EF4-FFF2-40B4-BE49-F238E27FC236}">
                <a16:creationId xmlns:a16="http://schemas.microsoft.com/office/drawing/2014/main" id="{35A8F552-06AF-BE7A-01CF-3D3D4EFDD67E}"/>
              </a:ext>
            </a:extLst>
          </p:cNvPr>
          <p:cNvSpPr txBox="1"/>
          <p:nvPr/>
        </p:nvSpPr>
        <p:spPr>
          <a:xfrm>
            <a:off x="6997985" y="4455822"/>
            <a:ext cx="3826560" cy="369332"/>
          </a:xfrm>
          <a:prstGeom prst="rect">
            <a:avLst/>
          </a:prstGeom>
          <a:noFill/>
        </p:spPr>
        <p:txBody>
          <a:bodyPr wrap="none" rtlCol="0">
            <a:spAutoFit/>
          </a:bodyPr>
          <a:lstStyle/>
          <a:p>
            <a:r>
              <a:rPr lang="en-IN"/>
              <a:t>Total score maps to triage level 1 to 5</a:t>
            </a:r>
          </a:p>
        </p:txBody>
      </p:sp>
      <p:sp>
        <p:nvSpPr>
          <p:cNvPr id="28" name="TextBox 27">
            <a:extLst>
              <a:ext uri="{FF2B5EF4-FFF2-40B4-BE49-F238E27FC236}">
                <a16:creationId xmlns:a16="http://schemas.microsoft.com/office/drawing/2014/main" id="{6280F919-D364-C3B5-F02E-CE88D1D17C12}"/>
              </a:ext>
            </a:extLst>
          </p:cNvPr>
          <p:cNvSpPr txBox="1"/>
          <p:nvPr/>
        </p:nvSpPr>
        <p:spPr>
          <a:xfrm>
            <a:off x="7212330" y="5036754"/>
            <a:ext cx="1169616" cy="400110"/>
          </a:xfrm>
          <a:prstGeom prst="rect">
            <a:avLst/>
          </a:prstGeom>
          <a:noFill/>
        </p:spPr>
        <p:txBody>
          <a:bodyPr wrap="none" rtlCol="0">
            <a:spAutoFit/>
          </a:bodyPr>
          <a:lstStyle/>
          <a:p>
            <a:r>
              <a:rPr lang="en-IN" sz="2000"/>
              <a:t>Prioritise</a:t>
            </a:r>
          </a:p>
        </p:txBody>
      </p:sp>
      <p:sp>
        <p:nvSpPr>
          <p:cNvPr id="29" name="TextBox 28">
            <a:extLst>
              <a:ext uri="{FF2B5EF4-FFF2-40B4-BE49-F238E27FC236}">
                <a16:creationId xmlns:a16="http://schemas.microsoft.com/office/drawing/2014/main" id="{EB4E200B-0983-36CD-A5EE-934A3CC12738}"/>
              </a:ext>
            </a:extLst>
          </p:cNvPr>
          <p:cNvSpPr txBox="1"/>
          <p:nvPr/>
        </p:nvSpPr>
        <p:spPr>
          <a:xfrm>
            <a:off x="6987540" y="5349661"/>
            <a:ext cx="4589974" cy="369332"/>
          </a:xfrm>
          <a:prstGeom prst="rect">
            <a:avLst/>
          </a:prstGeom>
          <a:noFill/>
        </p:spPr>
        <p:txBody>
          <a:bodyPr wrap="none" rtlCol="0">
            <a:spAutoFit/>
          </a:bodyPr>
          <a:lstStyle/>
          <a:p>
            <a:r>
              <a:rPr lang="en-IN"/>
              <a:t>Queue is ordered so critical cases come first</a:t>
            </a:r>
          </a:p>
        </p:txBody>
      </p:sp>
    </p:spTree>
    <p:extLst>
      <p:ext uri="{BB962C8B-B14F-4D97-AF65-F5344CB8AC3E}">
        <p14:creationId xmlns:p14="http://schemas.microsoft.com/office/powerpoint/2010/main" val="3980090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C07C684-562B-9D58-E086-68CEC325CB0E}"/>
              </a:ext>
            </a:extLst>
          </p:cNvPr>
          <p:cNvSpPr>
            <a:spLocks noGrp="1"/>
          </p:cNvSpPr>
          <p:nvPr>
            <p:ph type="dt" sz="half" idx="10"/>
          </p:nvPr>
        </p:nvSpPr>
        <p:spPr/>
        <p:txBody>
          <a:bodyPr/>
          <a:lstStyle/>
          <a:p>
            <a:fld id="{98A7212C-F907-4AC4-966E-162B34E8EFA5}" type="datetime1">
              <a:rPr lang="en-IN" smtClean="0"/>
              <a:t>15-10-2026</a:t>
            </a:fld>
            <a:endParaRPr lang="en-IN"/>
          </a:p>
        </p:txBody>
      </p:sp>
      <p:sp>
        <p:nvSpPr>
          <p:cNvPr id="5" name="Slide Number Placeholder 4">
            <a:extLst>
              <a:ext uri="{FF2B5EF4-FFF2-40B4-BE49-F238E27FC236}">
                <a16:creationId xmlns:a16="http://schemas.microsoft.com/office/drawing/2014/main" id="{24433CBD-9819-BA1C-8720-D89215B1A639}"/>
              </a:ext>
            </a:extLst>
          </p:cNvPr>
          <p:cNvSpPr>
            <a:spLocks noGrp="1"/>
          </p:cNvSpPr>
          <p:nvPr>
            <p:ph type="sldNum" sz="quarter" idx="12"/>
          </p:nvPr>
        </p:nvSpPr>
        <p:spPr/>
        <p:txBody>
          <a:bodyPr/>
          <a:lstStyle/>
          <a:p>
            <a:fld id="{CB012AB6-14AF-4351-87AD-D420B05274E1}" type="slidenum">
              <a:rPr lang="en-IN" smtClean="0"/>
              <a:t>4</a:t>
            </a:fld>
            <a:endParaRPr lang="en-IN"/>
          </a:p>
        </p:txBody>
      </p:sp>
      <p:sp>
        <p:nvSpPr>
          <p:cNvPr id="2" name="Title 1">
            <a:extLst>
              <a:ext uri="{FF2B5EF4-FFF2-40B4-BE49-F238E27FC236}">
                <a16:creationId xmlns:a16="http://schemas.microsoft.com/office/drawing/2014/main" id="{8E154CC5-4FD5-611A-4481-E878E281E2CD}"/>
              </a:ext>
            </a:extLst>
          </p:cNvPr>
          <p:cNvSpPr>
            <a:spLocks noGrp="1"/>
          </p:cNvSpPr>
          <p:nvPr>
            <p:ph type="title" idx="4294967295"/>
          </p:nvPr>
        </p:nvSpPr>
        <p:spPr>
          <a:xfrm>
            <a:off x="678180" y="349885"/>
            <a:ext cx="10515600" cy="1325563"/>
          </a:xfrm>
        </p:spPr>
        <p:txBody>
          <a:bodyPr/>
          <a:lstStyle/>
          <a:p>
            <a:r>
              <a:rPr lang="en-IN">
                <a:latin typeface="Sitka Small Semibold" pitchFamily="2" charset="0"/>
              </a:rPr>
              <a:t>Module 1 (CO 1): Java Foundation</a:t>
            </a:r>
          </a:p>
        </p:txBody>
      </p:sp>
      <p:graphicFrame>
        <p:nvGraphicFramePr>
          <p:cNvPr id="9" name="Table 8">
            <a:extLst>
              <a:ext uri="{FF2B5EF4-FFF2-40B4-BE49-F238E27FC236}">
                <a16:creationId xmlns:a16="http://schemas.microsoft.com/office/drawing/2014/main" id="{0C3B893F-CA87-3DA8-D4A3-0422CE641620}"/>
              </a:ext>
            </a:extLst>
          </p:cNvPr>
          <p:cNvGraphicFramePr>
            <a:graphicFrameLocks noGrp="1"/>
          </p:cNvGraphicFramePr>
          <p:nvPr>
            <p:extLst>
              <p:ext uri="{D42A27DB-BD31-4B8C-83A1-F6EECF244321}">
                <p14:modId xmlns:p14="http://schemas.microsoft.com/office/powerpoint/2010/main" val="81591892"/>
              </p:ext>
            </p:extLst>
          </p:nvPr>
        </p:nvGraphicFramePr>
        <p:xfrm>
          <a:off x="838200" y="1357630"/>
          <a:ext cx="10195560" cy="5303520"/>
        </p:xfrm>
        <a:graphic>
          <a:graphicData uri="http://schemas.openxmlformats.org/drawingml/2006/table">
            <a:tbl>
              <a:tblPr firstRow="1" bandRow="1">
                <a:tableStyleId>{5C22544A-7EE6-4342-B048-85BDC9FD1C3A}</a:tableStyleId>
              </a:tblPr>
              <a:tblGrid>
                <a:gridCol w="5097780">
                  <a:extLst>
                    <a:ext uri="{9D8B030D-6E8A-4147-A177-3AD203B41FA5}">
                      <a16:colId xmlns:a16="http://schemas.microsoft.com/office/drawing/2014/main" val="1603876989"/>
                    </a:ext>
                  </a:extLst>
                </a:gridCol>
                <a:gridCol w="5097780">
                  <a:extLst>
                    <a:ext uri="{9D8B030D-6E8A-4147-A177-3AD203B41FA5}">
                      <a16:colId xmlns:a16="http://schemas.microsoft.com/office/drawing/2014/main" val="301949594"/>
                    </a:ext>
                  </a:extLst>
                </a:gridCol>
              </a:tblGrid>
              <a:tr h="752360">
                <a:tc>
                  <a:txBody>
                    <a:bodyPr/>
                    <a:lstStyle/>
                    <a:p>
                      <a:pPr algn="ctr"/>
                      <a:r>
                        <a:rPr lang="en-IN" sz="2400"/>
                        <a:t>Module 1 Topics</a:t>
                      </a:r>
                    </a:p>
                  </a:txBody>
                  <a:tcPr/>
                </a:tc>
                <a:tc>
                  <a:txBody>
                    <a:bodyPr/>
                    <a:lstStyle/>
                    <a:p>
                      <a:pPr algn="ctr"/>
                      <a:r>
                        <a:rPr lang="en-IN" sz="2400"/>
                        <a:t>Where it appears in the triage system</a:t>
                      </a:r>
                    </a:p>
                  </a:txBody>
                  <a:tcPr/>
                </a:tc>
                <a:extLst>
                  <a:ext uri="{0D108BD9-81ED-4DB2-BD59-A6C34878D82A}">
                    <a16:rowId xmlns:a16="http://schemas.microsoft.com/office/drawing/2014/main" val="986931149"/>
                  </a:ext>
                </a:extLst>
              </a:tr>
              <a:tr h="585169">
                <a:tc>
                  <a:txBody>
                    <a:bodyPr/>
                    <a:lstStyle/>
                    <a:p>
                      <a:pPr algn="ctr"/>
                      <a:r>
                        <a:rPr lang="en-IN" sz="2000"/>
                        <a:t>Algorithm &amp; Flowchart</a:t>
                      </a:r>
                    </a:p>
                  </a:txBody>
                  <a:tcPr/>
                </a:tc>
                <a:tc>
                  <a:txBody>
                    <a:bodyPr/>
                    <a:lstStyle/>
                    <a:p>
                      <a:r>
                        <a:rPr lang="en-IN"/>
                        <a:t>Triage steps planned as a flowchart before code is written</a:t>
                      </a:r>
                    </a:p>
                  </a:txBody>
                  <a:tcPr/>
                </a:tc>
                <a:extLst>
                  <a:ext uri="{0D108BD9-81ED-4DB2-BD59-A6C34878D82A}">
                    <a16:rowId xmlns:a16="http://schemas.microsoft.com/office/drawing/2014/main" val="2079649012"/>
                  </a:ext>
                </a:extLst>
              </a:tr>
              <a:tr h="585169">
                <a:tc>
                  <a:txBody>
                    <a:bodyPr/>
                    <a:lstStyle/>
                    <a:p>
                      <a:pPr algn="ctr"/>
                      <a:r>
                        <a:rPr lang="en-IN" sz="2000"/>
                        <a:t>Structure of a Java program</a:t>
                      </a:r>
                    </a:p>
                  </a:txBody>
                  <a:tcPr/>
                </a:tc>
                <a:tc>
                  <a:txBody>
                    <a:bodyPr/>
                    <a:lstStyle/>
                    <a:p>
                      <a:r>
                        <a:rPr lang="en-IN"/>
                        <a:t>Class </a:t>
                      </a:r>
                      <a:r>
                        <a:rPr lang="en-IN" err="1"/>
                        <a:t>TriageSystem</a:t>
                      </a:r>
                      <a:r>
                        <a:rPr lang="en-IN"/>
                        <a:t> with public static void main(String[] </a:t>
                      </a:r>
                      <a:r>
                        <a:rPr lang="en-IN" err="1"/>
                        <a:t>args</a:t>
                      </a:r>
                      <a:r>
                        <a:rPr lang="en-IN"/>
                        <a:t>)</a:t>
                      </a:r>
                    </a:p>
                  </a:txBody>
                  <a:tcPr/>
                </a:tc>
                <a:extLst>
                  <a:ext uri="{0D108BD9-81ED-4DB2-BD59-A6C34878D82A}">
                    <a16:rowId xmlns:a16="http://schemas.microsoft.com/office/drawing/2014/main" val="82273842"/>
                  </a:ext>
                </a:extLst>
              </a:tr>
              <a:tr h="585169">
                <a:tc>
                  <a:txBody>
                    <a:bodyPr/>
                    <a:lstStyle/>
                    <a:p>
                      <a:pPr algn="ctr"/>
                      <a:r>
                        <a:rPr lang="en-IN" sz="2000"/>
                        <a:t>Data Types, variables, constants</a:t>
                      </a:r>
                    </a:p>
                  </a:txBody>
                  <a:tcPr/>
                </a:tc>
                <a:tc>
                  <a:txBody>
                    <a:bodyPr/>
                    <a:lstStyle/>
                    <a:p>
                      <a:r>
                        <a:rPr lang="en-IN"/>
                        <a:t>int age, double temperature, Boolean such as 38.6, ‘Y’ and true</a:t>
                      </a:r>
                    </a:p>
                  </a:txBody>
                  <a:tcPr/>
                </a:tc>
                <a:extLst>
                  <a:ext uri="{0D108BD9-81ED-4DB2-BD59-A6C34878D82A}">
                    <a16:rowId xmlns:a16="http://schemas.microsoft.com/office/drawing/2014/main" val="2825353874"/>
                  </a:ext>
                </a:extLst>
              </a:tr>
              <a:tr h="585169">
                <a:tc>
                  <a:txBody>
                    <a:bodyPr/>
                    <a:lstStyle/>
                    <a:p>
                      <a:pPr algn="ctr"/>
                      <a:r>
                        <a:rPr lang="en-IN" sz="2000"/>
                        <a:t>Identifiers &amp; Literals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err="1"/>
                        <a:t>heartRate</a:t>
                      </a:r>
                      <a:r>
                        <a:rPr lang="en-IN"/>
                        <a:t>, </a:t>
                      </a:r>
                      <a:r>
                        <a:rPr lang="en-IN" err="1"/>
                        <a:t>patientName</a:t>
                      </a:r>
                      <a:r>
                        <a:rPr lang="en-IN"/>
                        <a:t>; literals such as 38.6, 'Y' and true</a:t>
                      </a:r>
                    </a:p>
                  </a:txBody>
                  <a:tcPr/>
                </a:tc>
                <a:extLst>
                  <a:ext uri="{0D108BD9-81ED-4DB2-BD59-A6C34878D82A}">
                    <a16:rowId xmlns:a16="http://schemas.microsoft.com/office/drawing/2014/main" val="282454596"/>
                  </a:ext>
                </a:extLst>
              </a:tr>
              <a:tr h="585169">
                <a:tc>
                  <a:txBody>
                    <a:bodyPr/>
                    <a:lstStyle/>
                    <a:p>
                      <a:pPr algn="ctr"/>
                      <a:r>
                        <a:rPr lang="en-IN" sz="2000"/>
                        <a:t>Operators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Arithmetic, relational &amp; logical, ternary, and bitwise (alert flags)</a:t>
                      </a:r>
                    </a:p>
                  </a:txBody>
                  <a:tcPr/>
                </a:tc>
                <a:extLst>
                  <a:ext uri="{0D108BD9-81ED-4DB2-BD59-A6C34878D82A}">
                    <a16:rowId xmlns:a16="http://schemas.microsoft.com/office/drawing/2014/main" val="1474110894"/>
                  </a:ext>
                </a:extLst>
              </a:tr>
              <a:tr h="585169">
                <a:tc>
                  <a:txBody>
                    <a:bodyPr/>
                    <a:lstStyle/>
                    <a:p>
                      <a:pPr algn="ctr"/>
                      <a:r>
                        <a:rPr lang="en-IN" sz="2000"/>
                        <a:t>Typecasting &amp; expressions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(double) </a:t>
                      </a:r>
                      <a:r>
                        <a:rPr lang="en-IN" err="1"/>
                        <a:t>totalWait</a:t>
                      </a:r>
                      <a:r>
                        <a:rPr lang="en-IN"/>
                        <a:t> / count for average wait; precedence in score formulas</a:t>
                      </a:r>
                    </a:p>
                  </a:txBody>
                  <a:tcPr/>
                </a:tc>
                <a:extLst>
                  <a:ext uri="{0D108BD9-81ED-4DB2-BD59-A6C34878D82A}">
                    <a16:rowId xmlns:a16="http://schemas.microsoft.com/office/drawing/2014/main" val="522369269"/>
                  </a:ext>
                </a:extLst>
              </a:tr>
              <a:tr h="585169">
                <a:tc>
                  <a:txBody>
                    <a:bodyPr/>
                    <a:lstStyle/>
                    <a:p>
                      <a:pPr algn="ctr"/>
                      <a:r>
                        <a:rPr lang="en-IN" sz="2000"/>
                        <a:t>Console I/O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Scanner reads the vitals; </a:t>
                      </a:r>
                      <a:r>
                        <a:rPr lang="en-IN" err="1"/>
                        <a:t>printf</a:t>
                      </a:r>
                      <a:r>
                        <a:rPr lang="en-IN"/>
                        <a:t> prints an aligned triage report</a:t>
                      </a:r>
                    </a:p>
                  </a:txBody>
                  <a:tcPr/>
                </a:tc>
                <a:extLst>
                  <a:ext uri="{0D108BD9-81ED-4DB2-BD59-A6C34878D82A}">
                    <a16:rowId xmlns:a16="http://schemas.microsoft.com/office/drawing/2014/main" val="1910621670"/>
                  </a:ext>
                </a:extLst>
              </a:tr>
            </a:tbl>
          </a:graphicData>
        </a:graphic>
      </p:graphicFrame>
    </p:spTree>
    <p:extLst>
      <p:ext uri="{BB962C8B-B14F-4D97-AF65-F5344CB8AC3E}">
        <p14:creationId xmlns:p14="http://schemas.microsoft.com/office/powerpoint/2010/main" val="4104242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833D6D-DECF-0CB9-7358-F40EA08B59D9}"/>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55262702-0325-4A41-B296-FB391C400F10}"/>
              </a:ext>
            </a:extLst>
          </p:cNvPr>
          <p:cNvSpPr>
            <a:spLocks noGrp="1"/>
          </p:cNvSpPr>
          <p:nvPr>
            <p:ph type="sldNum" sz="quarter" idx="12"/>
          </p:nvPr>
        </p:nvSpPr>
        <p:spPr/>
        <p:txBody>
          <a:bodyPr/>
          <a:lstStyle/>
          <a:p>
            <a:fld id="{CB012AB6-14AF-4351-87AD-D420B05274E1}" type="slidenum">
              <a:rPr lang="en-IN" smtClean="0"/>
              <a:t>5</a:t>
            </a:fld>
            <a:endParaRPr lang="en-IN"/>
          </a:p>
        </p:txBody>
      </p:sp>
      <p:sp>
        <p:nvSpPr>
          <p:cNvPr id="4" name="TextBox 3">
            <a:extLst>
              <a:ext uri="{FF2B5EF4-FFF2-40B4-BE49-F238E27FC236}">
                <a16:creationId xmlns:a16="http://schemas.microsoft.com/office/drawing/2014/main" id="{C3902E34-69AD-6965-754D-8325716AC13C}"/>
              </a:ext>
            </a:extLst>
          </p:cNvPr>
          <p:cNvSpPr txBox="1"/>
          <p:nvPr/>
        </p:nvSpPr>
        <p:spPr>
          <a:xfrm>
            <a:off x="396240" y="777240"/>
            <a:ext cx="10602582" cy="769441"/>
          </a:xfrm>
          <a:prstGeom prst="rect">
            <a:avLst/>
          </a:prstGeom>
          <a:noFill/>
        </p:spPr>
        <p:txBody>
          <a:bodyPr wrap="none" rtlCol="0">
            <a:spAutoFit/>
          </a:bodyPr>
          <a:lstStyle/>
          <a:p>
            <a:r>
              <a:rPr lang="en-IN" sz="4400">
                <a:latin typeface="Sitka Small Semibold" pitchFamily="2" charset="0"/>
              </a:rPr>
              <a:t>Module 1 (CO 1) : Flowchart &amp; Code</a:t>
            </a:r>
          </a:p>
        </p:txBody>
      </p:sp>
      <p:sp>
        <p:nvSpPr>
          <p:cNvPr id="7" name="Flowchart: Alternate Process 6">
            <a:extLst>
              <a:ext uri="{FF2B5EF4-FFF2-40B4-BE49-F238E27FC236}">
                <a16:creationId xmlns:a16="http://schemas.microsoft.com/office/drawing/2014/main" id="{65E70351-B707-3E6C-8EE0-29CF10EB301E}"/>
              </a:ext>
            </a:extLst>
          </p:cNvPr>
          <p:cNvSpPr/>
          <p:nvPr/>
        </p:nvSpPr>
        <p:spPr>
          <a:xfrm>
            <a:off x="3318309" y="1626235"/>
            <a:ext cx="1996440" cy="769441"/>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Compute severity score</a:t>
            </a:r>
          </a:p>
        </p:txBody>
      </p:sp>
      <p:sp>
        <p:nvSpPr>
          <p:cNvPr id="8" name="Flowchart: Alternate Process 7">
            <a:extLst>
              <a:ext uri="{FF2B5EF4-FFF2-40B4-BE49-F238E27FC236}">
                <a16:creationId xmlns:a16="http://schemas.microsoft.com/office/drawing/2014/main" id="{4E48DD1F-58B7-B68F-86AA-F1090750FCED}"/>
              </a:ext>
            </a:extLst>
          </p:cNvPr>
          <p:cNvSpPr/>
          <p:nvPr/>
        </p:nvSpPr>
        <p:spPr>
          <a:xfrm>
            <a:off x="297180" y="1626236"/>
            <a:ext cx="841809" cy="769441"/>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Start</a:t>
            </a:r>
          </a:p>
        </p:txBody>
      </p:sp>
      <p:sp>
        <p:nvSpPr>
          <p:cNvPr id="9" name="Flowchart: Alternate Process 8">
            <a:extLst>
              <a:ext uri="{FF2B5EF4-FFF2-40B4-BE49-F238E27FC236}">
                <a16:creationId xmlns:a16="http://schemas.microsoft.com/office/drawing/2014/main" id="{30820CD8-3AF8-3FEE-B9C7-C5491A5AE175}"/>
              </a:ext>
            </a:extLst>
          </p:cNvPr>
          <p:cNvSpPr/>
          <p:nvPr/>
        </p:nvSpPr>
        <p:spPr>
          <a:xfrm>
            <a:off x="1230429" y="1626235"/>
            <a:ext cx="1996440" cy="76944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Read age &amp; vitals</a:t>
            </a:r>
          </a:p>
        </p:txBody>
      </p:sp>
      <p:sp>
        <p:nvSpPr>
          <p:cNvPr id="10" name="Flowchart: Alternate Process 9">
            <a:extLst>
              <a:ext uri="{FF2B5EF4-FFF2-40B4-BE49-F238E27FC236}">
                <a16:creationId xmlns:a16="http://schemas.microsoft.com/office/drawing/2014/main" id="{7ADC7C0E-312D-2483-2BAD-0B680F9706C4}"/>
              </a:ext>
            </a:extLst>
          </p:cNvPr>
          <p:cNvSpPr/>
          <p:nvPr/>
        </p:nvSpPr>
        <p:spPr>
          <a:xfrm>
            <a:off x="5406189" y="1626236"/>
            <a:ext cx="1315453" cy="769439"/>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Score &gt;= 9</a:t>
            </a:r>
          </a:p>
        </p:txBody>
      </p:sp>
      <p:sp>
        <p:nvSpPr>
          <p:cNvPr id="11" name="Flowchart: Alternate Process 10">
            <a:extLst>
              <a:ext uri="{FF2B5EF4-FFF2-40B4-BE49-F238E27FC236}">
                <a16:creationId xmlns:a16="http://schemas.microsoft.com/office/drawing/2014/main" id="{CAE0CAFE-D773-A016-0141-68D3459568BD}"/>
              </a:ext>
            </a:extLst>
          </p:cNvPr>
          <p:cNvSpPr/>
          <p:nvPr/>
        </p:nvSpPr>
        <p:spPr>
          <a:xfrm>
            <a:off x="6813082" y="1626236"/>
            <a:ext cx="1861687" cy="769439"/>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Else-if Level 2-5</a:t>
            </a:r>
          </a:p>
        </p:txBody>
      </p:sp>
      <p:sp>
        <p:nvSpPr>
          <p:cNvPr id="12" name="Flowchart: Alternate Process 11">
            <a:extLst>
              <a:ext uri="{FF2B5EF4-FFF2-40B4-BE49-F238E27FC236}">
                <a16:creationId xmlns:a16="http://schemas.microsoft.com/office/drawing/2014/main" id="{DA1E1316-E14D-6FF8-E1D3-5433F583BD50}"/>
              </a:ext>
            </a:extLst>
          </p:cNvPr>
          <p:cNvSpPr/>
          <p:nvPr/>
        </p:nvSpPr>
        <p:spPr>
          <a:xfrm>
            <a:off x="8766209" y="1626236"/>
            <a:ext cx="1596991" cy="769439"/>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Add to queue</a:t>
            </a:r>
          </a:p>
        </p:txBody>
      </p:sp>
      <p:sp>
        <p:nvSpPr>
          <p:cNvPr id="13" name="Flowchart: Alternate Process 12">
            <a:extLst>
              <a:ext uri="{FF2B5EF4-FFF2-40B4-BE49-F238E27FC236}">
                <a16:creationId xmlns:a16="http://schemas.microsoft.com/office/drawing/2014/main" id="{53AAEA68-87B4-4E19-2B9A-B927166B2308}"/>
              </a:ext>
            </a:extLst>
          </p:cNvPr>
          <p:cNvSpPr/>
          <p:nvPr/>
        </p:nvSpPr>
        <p:spPr>
          <a:xfrm>
            <a:off x="10450629" y="1626234"/>
            <a:ext cx="1315453" cy="769439"/>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End</a:t>
            </a:r>
          </a:p>
        </p:txBody>
      </p:sp>
      <p:sp>
        <p:nvSpPr>
          <p:cNvPr id="5" name="Flowchart: Alternate Process 4">
            <a:extLst>
              <a:ext uri="{FF2B5EF4-FFF2-40B4-BE49-F238E27FC236}">
                <a16:creationId xmlns:a16="http://schemas.microsoft.com/office/drawing/2014/main" id="{B717D808-8F76-54AD-6896-B5ABA86166F8}"/>
              </a:ext>
            </a:extLst>
          </p:cNvPr>
          <p:cNvSpPr/>
          <p:nvPr/>
        </p:nvSpPr>
        <p:spPr>
          <a:xfrm>
            <a:off x="4969042" y="2629241"/>
            <a:ext cx="2253916" cy="450843"/>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Level 1 : Immediate</a:t>
            </a:r>
          </a:p>
        </p:txBody>
      </p:sp>
      <p:sp>
        <p:nvSpPr>
          <p:cNvPr id="6" name="Rectangle 5">
            <a:extLst>
              <a:ext uri="{FF2B5EF4-FFF2-40B4-BE49-F238E27FC236}">
                <a16:creationId xmlns:a16="http://schemas.microsoft.com/office/drawing/2014/main" id="{01669AFA-FED3-10EE-814F-BD0EE3C65E75}"/>
              </a:ext>
            </a:extLst>
          </p:cNvPr>
          <p:cNvSpPr/>
          <p:nvPr/>
        </p:nvSpPr>
        <p:spPr>
          <a:xfrm>
            <a:off x="425918" y="3478235"/>
            <a:ext cx="5122244" cy="26469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u="sng">
                <a:solidFill>
                  <a:srgbClr val="FF0000"/>
                </a:solidFill>
                <a:latin typeface="Copperplate Gothic Light" panose="020E0507020206020404" pitchFamily="34" charset="0"/>
              </a:rPr>
              <a:t>Variables, constants &amp; operators</a:t>
            </a:r>
          </a:p>
          <a:p>
            <a:r>
              <a:rPr lang="en-IN"/>
              <a:t>final </a:t>
            </a:r>
            <a:r>
              <a:rPr lang="en-IN" i="1"/>
              <a:t>int</a:t>
            </a:r>
            <a:r>
              <a:rPr lang="en-IN"/>
              <a:t> MAX_PATIENTS = 50;</a:t>
            </a:r>
          </a:p>
          <a:p>
            <a:r>
              <a:rPr lang="en-IN" i="1"/>
              <a:t>int</a:t>
            </a:r>
            <a:r>
              <a:rPr lang="en-IN"/>
              <a:t> </a:t>
            </a:r>
            <a:r>
              <a:rPr lang="en-IN" err="1"/>
              <a:t>heartRate</a:t>
            </a:r>
            <a:r>
              <a:rPr lang="en-IN"/>
              <a:t> = 118, spo2 = 92;</a:t>
            </a:r>
          </a:p>
          <a:p>
            <a:r>
              <a:rPr lang="en-IN" i="1"/>
              <a:t>double</a:t>
            </a:r>
            <a:r>
              <a:rPr lang="en-IN"/>
              <a:t> temp = 38.6;</a:t>
            </a:r>
          </a:p>
          <a:p>
            <a:r>
              <a:rPr lang="en-IN" i="1"/>
              <a:t>int</a:t>
            </a:r>
            <a:r>
              <a:rPr lang="en-IN"/>
              <a:t> score = 0;</a:t>
            </a:r>
          </a:p>
          <a:p>
            <a:r>
              <a:rPr lang="en-IN"/>
              <a:t>score += (</a:t>
            </a:r>
            <a:r>
              <a:rPr lang="en-IN" err="1"/>
              <a:t>heartRate</a:t>
            </a:r>
            <a:r>
              <a:rPr lang="en-IN"/>
              <a:t> &gt; 110) ? 2 : 0;</a:t>
            </a:r>
          </a:p>
          <a:p>
            <a:r>
              <a:rPr lang="en-IN"/>
              <a:t>if (temp &gt;= 38 &amp;&amp; spo2 &lt; 94) score++;</a:t>
            </a:r>
          </a:p>
          <a:p>
            <a:r>
              <a:rPr lang="en-IN" i="1"/>
              <a:t>double</a:t>
            </a:r>
            <a:r>
              <a:rPr lang="en-IN"/>
              <a:t> </a:t>
            </a:r>
            <a:r>
              <a:rPr lang="en-IN" err="1"/>
              <a:t>avg</a:t>
            </a:r>
            <a:r>
              <a:rPr lang="en-IN"/>
              <a:t> = (</a:t>
            </a:r>
            <a:r>
              <a:rPr lang="en-IN" i="1"/>
              <a:t>double</a:t>
            </a:r>
            <a:r>
              <a:rPr lang="en-IN"/>
              <a:t>) </a:t>
            </a:r>
            <a:r>
              <a:rPr lang="en-IN" err="1"/>
              <a:t>totalWait</a:t>
            </a:r>
            <a:r>
              <a:rPr lang="en-IN"/>
              <a:t> / count;</a:t>
            </a:r>
          </a:p>
          <a:p>
            <a:pPr algn="ctr"/>
            <a:endParaRPr lang="en-IN"/>
          </a:p>
        </p:txBody>
      </p:sp>
      <p:sp>
        <p:nvSpPr>
          <p:cNvPr id="14" name="Rectangle 13">
            <a:extLst>
              <a:ext uri="{FF2B5EF4-FFF2-40B4-BE49-F238E27FC236}">
                <a16:creationId xmlns:a16="http://schemas.microsoft.com/office/drawing/2014/main" id="{EA0F5831-896C-D36F-603F-399B104B2C55}"/>
              </a:ext>
            </a:extLst>
          </p:cNvPr>
          <p:cNvSpPr/>
          <p:nvPr/>
        </p:nvSpPr>
        <p:spPr>
          <a:xfrm>
            <a:off x="5807242" y="3429000"/>
            <a:ext cx="5958840" cy="26469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u="sng" dirty="0">
                <a:solidFill>
                  <a:srgbClr val="FF0000"/>
                </a:solidFill>
                <a:latin typeface="Copperplate Gothic Light" panose="020E0507020206020404" pitchFamily="34" charset="0"/>
              </a:rPr>
              <a:t>Console I/O with Scanner &amp; </a:t>
            </a:r>
            <a:r>
              <a:rPr lang="en-IN" u="sng" dirty="0" err="1">
                <a:solidFill>
                  <a:srgbClr val="FF0000"/>
                </a:solidFill>
                <a:latin typeface="Copperplate Gothic Light" panose="020E0507020206020404" pitchFamily="34" charset="0"/>
              </a:rPr>
              <a:t>printf</a:t>
            </a:r>
            <a:endParaRPr lang="en-IN" u="sng" dirty="0">
              <a:solidFill>
                <a:srgbClr val="FF0000"/>
              </a:solidFill>
              <a:latin typeface="Copperplate Gothic Light" panose="020E0507020206020404" pitchFamily="34" charset="0"/>
            </a:endParaRPr>
          </a:p>
          <a:p>
            <a:r>
              <a:rPr lang="en-IN" dirty="0"/>
              <a:t>Scanner </a:t>
            </a:r>
            <a:r>
              <a:rPr lang="en-IN" dirty="0" err="1"/>
              <a:t>sc</a:t>
            </a:r>
            <a:r>
              <a:rPr lang="en-IN" dirty="0"/>
              <a:t> = new Scanner(System.in);</a:t>
            </a:r>
          </a:p>
          <a:p>
            <a:r>
              <a:rPr lang="en-IN" dirty="0" err="1"/>
              <a:t>System.out.print</a:t>
            </a:r>
            <a:r>
              <a:rPr lang="en-IN" dirty="0"/>
              <a:t>("Patient name: ");</a:t>
            </a:r>
          </a:p>
          <a:p>
            <a:r>
              <a:rPr lang="en-IN" dirty="0"/>
              <a:t>String name = </a:t>
            </a:r>
            <a:r>
              <a:rPr lang="en-IN" dirty="0" err="1"/>
              <a:t>sc.nextLine</a:t>
            </a:r>
            <a:r>
              <a:rPr lang="en-IN" dirty="0"/>
              <a:t>();</a:t>
            </a:r>
          </a:p>
          <a:p>
            <a:r>
              <a:rPr lang="en-IN" dirty="0" err="1"/>
              <a:t>System.out.print</a:t>
            </a:r>
            <a:r>
              <a:rPr lang="en-IN" dirty="0"/>
              <a:t>("Heart rate (bpm): ");</a:t>
            </a:r>
          </a:p>
          <a:p>
            <a:r>
              <a:rPr lang="en-IN" dirty="0"/>
              <a:t>int </a:t>
            </a:r>
            <a:r>
              <a:rPr lang="en-IN" dirty="0" err="1"/>
              <a:t>heartRate</a:t>
            </a:r>
            <a:r>
              <a:rPr lang="en-IN" dirty="0"/>
              <a:t> = </a:t>
            </a:r>
            <a:r>
              <a:rPr lang="en-IN" dirty="0" err="1"/>
              <a:t>sc.nextInt</a:t>
            </a:r>
            <a:r>
              <a:rPr lang="en-IN" dirty="0"/>
              <a:t>();</a:t>
            </a:r>
          </a:p>
          <a:p>
            <a:r>
              <a:rPr lang="en-IN" dirty="0" err="1"/>
              <a:t>System.out.printf</a:t>
            </a:r>
            <a:r>
              <a:rPr lang="en-IN" dirty="0"/>
              <a:t>("%-10s Score:%2d Level:%</a:t>
            </a:r>
            <a:r>
              <a:rPr lang="en-IN" dirty="0" err="1"/>
              <a:t>d%n</a:t>
            </a:r>
            <a:r>
              <a:rPr lang="en-IN" dirty="0"/>
              <a:t>", name, score, level);</a:t>
            </a:r>
          </a:p>
          <a:p>
            <a:pPr algn="ctr"/>
            <a:endParaRPr lang="en-IN" dirty="0"/>
          </a:p>
        </p:txBody>
      </p:sp>
    </p:spTree>
    <p:extLst>
      <p:ext uri="{BB962C8B-B14F-4D97-AF65-F5344CB8AC3E}">
        <p14:creationId xmlns:p14="http://schemas.microsoft.com/office/powerpoint/2010/main" val="2447412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8D11724-4931-2511-D4E0-AFF95EF4DE35}"/>
              </a:ext>
            </a:extLst>
          </p:cNvPr>
          <p:cNvSpPr>
            <a:spLocks noGrp="1"/>
          </p:cNvSpPr>
          <p:nvPr>
            <p:ph type="dt" sz="half" idx="10"/>
          </p:nvPr>
        </p:nvSpPr>
        <p:spPr/>
        <p:txBody>
          <a:bodyPr/>
          <a:lstStyle/>
          <a:p>
            <a:fld id="{64EA43E7-AB4E-4C38-9410-6577E2291C02}" type="datetime1">
              <a:rPr lang="en-IN" smtClean="0"/>
              <a:t>15-10-2026</a:t>
            </a:fld>
            <a:endParaRPr lang="en-IN"/>
          </a:p>
        </p:txBody>
      </p:sp>
      <p:sp>
        <p:nvSpPr>
          <p:cNvPr id="5" name="Slide Number Placeholder 4">
            <a:extLst>
              <a:ext uri="{FF2B5EF4-FFF2-40B4-BE49-F238E27FC236}">
                <a16:creationId xmlns:a16="http://schemas.microsoft.com/office/drawing/2014/main" id="{552284BF-AE73-C39E-0CCD-CD938FF84864}"/>
              </a:ext>
            </a:extLst>
          </p:cNvPr>
          <p:cNvSpPr>
            <a:spLocks noGrp="1"/>
          </p:cNvSpPr>
          <p:nvPr>
            <p:ph type="sldNum" sz="quarter" idx="12"/>
          </p:nvPr>
        </p:nvSpPr>
        <p:spPr/>
        <p:txBody>
          <a:bodyPr/>
          <a:lstStyle/>
          <a:p>
            <a:fld id="{CB012AB6-14AF-4351-87AD-D420B05274E1}" type="slidenum">
              <a:rPr lang="en-IN" smtClean="0"/>
              <a:t>6</a:t>
            </a:fld>
            <a:endParaRPr lang="en-IN"/>
          </a:p>
        </p:txBody>
      </p:sp>
      <p:sp>
        <p:nvSpPr>
          <p:cNvPr id="2" name="Title 1">
            <a:extLst>
              <a:ext uri="{FF2B5EF4-FFF2-40B4-BE49-F238E27FC236}">
                <a16:creationId xmlns:a16="http://schemas.microsoft.com/office/drawing/2014/main" id="{3954FDF4-A21D-11D6-CA7A-382058E2F499}"/>
              </a:ext>
            </a:extLst>
          </p:cNvPr>
          <p:cNvSpPr>
            <a:spLocks noGrp="1"/>
          </p:cNvSpPr>
          <p:nvPr>
            <p:ph type="title" idx="4294967295"/>
          </p:nvPr>
        </p:nvSpPr>
        <p:spPr>
          <a:xfrm>
            <a:off x="481263" y="413252"/>
            <a:ext cx="10515600" cy="1325563"/>
          </a:xfrm>
        </p:spPr>
        <p:txBody>
          <a:bodyPr/>
          <a:lstStyle/>
          <a:p>
            <a:r>
              <a:rPr lang="en-IN">
                <a:latin typeface="Sitka Heading Semibold" pitchFamily="2" charset="0"/>
              </a:rPr>
              <a:t>Module 2 (CO 2): Selection</a:t>
            </a:r>
          </a:p>
        </p:txBody>
      </p:sp>
      <p:sp>
        <p:nvSpPr>
          <p:cNvPr id="3" name="Rectangle 2">
            <a:extLst>
              <a:ext uri="{FF2B5EF4-FFF2-40B4-BE49-F238E27FC236}">
                <a16:creationId xmlns:a16="http://schemas.microsoft.com/office/drawing/2014/main" id="{D0ADD02F-09F2-F69F-75E9-3E2E61D0CB69}"/>
              </a:ext>
            </a:extLst>
          </p:cNvPr>
          <p:cNvSpPr/>
          <p:nvPr/>
        </p:nvSpPr>
        <p:spPr>
          <a:xfrm>
            <a:off x="990600" y="1729039"/>
            <a:ext cx="5181600" cy="442135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dirty="0">
                <a:solidFill>
                  <a:srgbClr val="FF0000"/>
                </a:solidFill>
                <a:latin typeface="Copperplate Gothic Light" panose="020E0507020206020404" pitchFamily="34" charset="0"/>
              </a:rPr>
              <a:t>If-else-if ladder, nested if, switch</a:t>
            </a:r>
          </a:p>
          <a:p>
            <a:r>
              <a:rPr lang="en-IN" dirty="0"/>
              <a:t>if (score &gt;= 9) level = 1;</a:t>
            </a:r>
          </a:p>
          <a:p>
            <a:r>
              <a:rPr lang="en-IN" dirty="0"/>
              <a:t>else if (score &gt;= 6) level = 2;</a:t>
            </a:r>
          </a:p>
          <a:p>
            <a:r>
              <a:rPr lang="en-IN" dirty="0"/>
              <a:t>else if (score &gt;= 4) level = 3;</a:t>
            </a:r>
          </a:p>
          <a:p>
            <a:r>
              <a:rPr lang="en-IN" dirty="0"/>
              <a:t>else if (score &gt;= 2) level = 4;</a:t>
            </a:r>
          </a:p>
          <a:p>
            <a:r>
              <a:rPr lang="en-IN" dirty="0"/>
              <a:t>else level = 5;</a:t>
            </a:r>
          </a:p>
          <a:p>
            <a:r>
              <a:rPr lang="en-IN" dirty="0"/>
              <a:t>// nested if: safety override</a:t>
            </a:r>
          </a:p>
          <a:p>
            <a:r>
              <a:rPr lang="en-IN" dirty="0"/>
              <a:t>if (spo2 &lt; 90) {</a:t>
            </a:r>
          </a:p>
          <a:p>
            <a:r>
              <a:rPr lang="en-IN" dirty="0"/>
              <a:t>  if (!conscious) level = 1;</a:t>
            </a:r>
          </a:p>
          <a:p>
            <a:r>
              <a:rPr lang="en-IN" dirty="0"/>
              <a:t>}</a:t>
            </a:r>
          </a:p>
          <a:p>
            <a:r>
              <a:rPr lang="en-IN" dirty="0"/>
              <a:t>switch (level) {</a:t>
            </a:r>
          </a:p>
          <a:p>
            <a:r>
              <a:rPr lang="en-IN" dirty="0"/>
              <a:t>  case 1: label = "IMMEDIATE"; break;</a:t>
            </a:r>
          </a:p>
          <a:p>
            <a:r>
              <a:rPr lang="en-IN" dirty="0"/>
              <a:t>  case 2: label = "EMERGENT"; break;</a:t>
            </a:r>
          </a:p>
          <a:p>
            <a:r>
              <a:rPr lang="en-IN" dirty="0"/>
              <a:t>  default: label = "STANDARD";</a:t>
            </a:r>
          </a:p>
          <a:p>
            <a:r>
              <a:rPr lang="en-IN" dirty="0"/>
              <a:t>}</a:t>
            </a:r>
          </a:p>
          <a:p>
            <a:pPr algn="ctr"/>
            <a:endParaRPr lang="en-IN" dirty="0"/>
          </a:p>
        </p:txBody>
      </p:sp>
      <p:sp>
        <p:nvSpPr>
          <p:cNvPr id="6" name="TextBox 5">
            <a:extLst>
              <a:ext uri="{FF2B5EF4-FFF2-40B4-BE49-F238E27FC236}">
                <a16:creationId xmlns:a16="http://schemas.microsoft.com/office/drawing/2014/main" id="{09B27023-7C4A-4CE5-3452-A7DCE47EE93B}"/>
              </a:ext>
            </a:extLst>
          </p:cNvPr>
          <p:cNvSpPr txBox="1"/>
          <p:nvPr/>
        </p:nvSpPr>
        <p:spPr>
          <a:xfrm>
            <a:off x="6529139" y="1507982"/>
            <a:ext cx="3114955" cy="461665"/>
          </a:xfrm>
          <a:prstGeom prst="rect">
            <a:avLst/>
          </a:prstGeom>
          <a:noFill/>
        </p:spPr>
        <p:txBody>
          <a:bodyPr wrap="none" rtlCol="0">
            <a:spAutoFit/>
          </a:bodyPr>
          <a:lstStyle/>
          <a:p>
            <a:r>
              <a:rPr lang="en-IN" sz="2400" dirty="0">
                <a:solidFill>
                  <a:srgbClr val="FF0000"/>
                </a:solidFill>
                <a:latin typeface="Copperplate Gothic Light" panose="020E0507020206020404" pitchFamily="34" charset="0"/>
              </a:rPr>
              <a:t>Five triage levels</a:t>
            </a:r>
          </a:p>
        </p:txBody>
      </p:sp>
      <p:sp>
        <p:nvSpPr>
          <p:cNvPr id="7" name="Oval 6">
            <a:extLst>
              <a:ext uri="{FF2B5EF4-FFF2-40B4-BE49-F238E27FC236}">
                <a16:creationId xmlns:a16="http://schemas.microsoft.com/office/drawing/2014/main" id="{6B90A7BE-4AB4-5CF2-8D5F-93ACF9C849D7}"/>
              </a:ext>
            </a:extLst>
          </p:cNvPr>
          <p:cNvSpPr/>
          <p:nvPr/>
        </p:nvSpPr>
        <p:spPr>
          <a:xfrm>
            <a:off x="6898105" y="2149642"/>
            <a:ext cx="417095" cy="33688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IN"/>
              <a:t>1</a:t>
            </a:r>
          </a:p>
        </p:txBody>
      </p:sp>
      <p:sp>
        <p:nvSpPr>
          <p:cNvPr id="8" name="Oval 7">
            <a:extLst>
              <a:ext uri="{FF2B5EF4-FFF2-40B4-BE49-F238E27FC236}">
                <a16:creationId xmlns:a16="http://schemas.microsoft.com/office/drawing/2014/main" id="{D1920A23-4983-51C5-9FB1-D4579AE3D605}"/>
              </a:ext>
            </a:extLst>
          </p:cNvPr>
          <p:cNvSpPr/>
          <p:nvPr/>
        </p:nvSpPr>
        <p:spPr>
          <a:xfrm>
            <a:off x="6851543" y="3905917"/>
            <a:ext cx="430349" cy="36512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3</a:t>
            </a:r>
          </a:p>
        </p:txBody>
      </p:sp>
      <p:sp>
        <p:nvSpPr>
          <p:cNvPr id="9" name="Oval 8">
            <a:extLst>
              <a:ext uri="{FF2B5EF4-FFF2-40B4-BE49-F238E27FC236}">
                <a16:creationId xmlns:a16="http://schemas.microsoft.com/office/drawing/2014/main" id="{DE981D10-736F-C6D4-F107-A3F2D429F80F}"/>
              </a:ext>
            </a:extLst>
          </p:cNvPr>
          <p:cNvSpPr/>
          <p:nvPr/>
        </p:nvSpPr>
        <p:spPr>
          <a:xfrm rot="10800000" flipV="1">
            <a:off x="6864798" y="4766259"/>
            <a:ext cx="430349" cy="365127"/>
          </a:xfrm>
          <a:prstGeom prst="ellips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n-IN"/>
              <a:t>4</a:t>
            </a:r>
          </a:p>
        </p:txBody>
      </p:sp>
      <p:sp>
        <p:nvSpPr>
          <p:cNvPr id="10" name="Oval 9">
            <a:extLst>
              <a:ext uri="{FF2B5EF4-FFF2-40B4-BE49-F238E27FC236}">
                <a16:creationId xmlns:a16="http://schemas.microsoft.com/office/drawing/2014/main" id="{BD6D4662-297B-5FB7-F79B-402BC10955E5}"/>
              </a:ext>
            </a:extLst>
          </p:cNvPr>
          <p:cNvSpPr/>
          <p:nvPr/>
        </p:nvSpPr>
        <p:spPr>
          <a:xfrm>
            <a:off x="6864797" y="5554413"/>
            <a:ext cx="417095" cy="336884"/>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IN"/>
              <a:t>5</a:t>
            </a:r>
          </a:p>
        </p:txBody>
      </p:sp>
      <p:sp>
        <p:nvSpPr>
          <p:cNvPr id="11" name="Oval 10">
            <a:extLst>
              <a:ext uri="{FF2B5EF4-FFF2-40B4-BE49-F238E27FC236}">
                <a16:creationId xmlns:a16="http://schemas.microsoft.com/office/drawing/2014/main" id="{EB22739A-CC45-85A1-7EA3-D70A732A4399}"/>
              </a:ext>
            </a:extLst>
          </p:cNvPr>
          <p:cNvSpPr/>
          <p:nvPr/>
        </p:nvSpPr>
        <p:spPr>
          <a:xfrm>
            <a:off x="6898105" y="3063875"/>
            <a:ext cx="417095" cy="365125"/>
          </a:xfrm>
          <a:prstGeom prst="ellipse">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IN"/>
              <a:t>2</a:t>
            </a:r>
          </a:p>
        </p:txBody>
      </p:sp>
      <p:sp>
        <p:nvSpPr>
          <p:cNvPr id="14" name="TextBox 13">
            <a:extLst>
              <a:ext uri="{FF2B5EF4-FFF2-40B4-BE49-F238E27FC236}">
                <a16:creationId xmlns:a16="http://schemas.microsoft.com/office/drawing/2014/main" id="{AC356A52-4E28-81B2-2564-83A476A9F4FF}"/>
              </a:ext>
            </a:extLst>
          </p:cNvPr>
          <p:cNvSpPr txBox="1"/>
          <p:nvPr/>
        </p:nvSpPr>
        <p:spPr>
          <a:xfrm>
            <a:off x="7709655" y="2117558"/>
            <a:ext cx="2272545" cy="400110"/>
          </a:xfrm>
          <a:prstGeom prst="rect">
            <a:avLst/>
          </a:prstGeom>
          <a:noFill/>
        </p:spPr>
        <p:txBody>
          <a:bodyPr wrap="none" rtlCol="0">
            <a:spAutoFit/>
          </a:bodyPr>
          <a:lstStyle/>
          <a:p>
            <a:r>
              <a:rPr lang="en-IN" sz="2000"/>
              <a:t>Level 1: Immediate</a:t>
            </a:r>
          </a:p>
        </p:txBody>
      </p:sp>
      <p:sp>
        <p:nvSpPr>
          <p:cNvPr id="16" name="TextBox 15">
            <a:extLst>
              <a:ext uri="{FF2B5EF4-FFF2-40B4-BE49-F238E27FC236}">
                <a16:creationId xmlns:a16="http://schemas.microsoft.com/office/drawing/2014/main" id="{C36B76ED-5920-6963-1E91-1246C4780223}"/>
              </a:ext>
            </a:extLst>
          </p:cNvPr>
          <p:cNvSpPr txBox="1"/>
          <p:nvPr/>
        </p:nvSpPr>
        <p:spPr>
          <a:xfrm>
            <a:off x="7429062" y="2431910"/>
            <a:ext cx="6096000" cy="369332"/>
          </a:xfrm>
          <a:prstGeom prst="rect">
            <a:avLst/>
          </a:prstGeom>
          <a:noFill/>
        </p:spPr>
        <p:txBody>
          <a:bodyPr wrap="square">
            <a:spAutoFit/>
          </a:bodyPr>
          <a:lstStyle/>
          <a:p>
            <a:pPr>
              <a:buNone/>
            </a:pPr>
            <a:r>
              <a:rPr lang="en-IN"/>
              <a:t>Score 9 or more | seen at once</a:t>
            </a:r>
          </a:p>
        </p:txBody>
      </p:sp>
      <p:sp>
        <p:nvSpPr>
          <p:cNvPr id="18" name="TextBox 17">
            <a:extLst>
              <a:ext uri="{FF2B5EF4-FFF2-40B4-BE49-F238E27FC236}">
                <a16:creationId xmlns:a16="http://schemas.microsoft.com/office/drawing/2014/main" id="{8A532AE5-34FA-CC13-15A0-AD1A8207AEFB}"/>
              </a:ext>
            </a:extLst>
          </p:cNvPr>
          <p:cNvSpPr txBox="1"/>
          <p:nvPr/>
        </p:nvSpPr>
        <p:spPr>
          <a:xfrm>
            <a:off x="7709655" y="3046382"/>
            <a:ext cx="6761746" cy="400110"/>
          </a:xfrm>
          <a:prstGeom prst="rect">
            <a:avLst/>
          </a:prstGeom>
          <a:noFill/>
        </p:spPr>
        <p:txBody>
          <a:bodyPr wrap="square">
            <a:spAutoFit/>
          </a:bodyPr>
          <a:lstStyle/>
          <a:p>
            <a:pPr>
              <a:buNone/>
            </a:pPr>
            <a:r>
              <a:rPr lang="en-IN" sz="2000"/>
              <a:t>Level 2: Emergent</a:t>
            </a:r>
          </a:p>
        </p:txBody>
      </p:sp>
      <p:sp>
        <p:nvSpPr>
          <p:cNvPr id="20" name="TextBox 19">
            <a:extLst>
              <a:ext uri="{FF2B5EF4-FFF2-40B4-BE49-F238E27FC236}">
                <a16:creationId xmlns:a16="http://schemas.microsoft.com/office/drawing/2014/main" id="{F753DFBA-A3B5-8C6B-B14F-AC7AF8391532}"/>
              </a:ext>
            </a:extLst>
          </p:cNvPr>
          <p:cNvSpPr txBox="1"/>
          <p:nvPr/>
        </p:nvSpPr>
        <p:spPr>
          <a:xfrm>
            <a:off x="7473034" y="3382156"/>
            <a:ext cx="7234988" cy="369332"/>
          </a:xfrm>
          <a:prstGeom prst="rect">
            <a:avLst/>
          </a:prstGeom>
          <a:noFill/>
        </p:spPr>
        <p:txBody>
          <a:bodyPr wrap="square">
            <a:spAutoFit/>
          </a:bodyPr>
          <a:lstStyle/>
          <a:p>
            <a:pPr>
              <a:buNone/>
            </a:pPr>
            <a:r>
              <a:rPr lang="en-IN"/>
              <a:t>Score 6 to 8 | target 10 min</a:t>
            </a:r>
          </a:p>
        </p:txBody>
      </p:sp>
      <p:sp>
        <p:nvSpPr>
          <p:cNvPr id="22" name="TextBox 21">
            <a:extLst>
              <a:ext uri="{FF2B5EF4-FFF2-40B4-BE49-F238E27FC236}">
                <a16:creationId xmlns:a16="http://schemas.microsoft.com/office/drawing/2014/main" id="{7BC297FD-6F47-9A93-5CD9-0D2291EDBC39}"/>
              </a:ext>
            </a:extLst>
          </p:cNvPr>
          <p:cNvSpPr txBox="1"/>
          <p:nvPr/>
        </p:nvSpPr>
        <p:spPr>
          <a:xfrm>
            <a:off x="7676148" y="3903618"/>
            <a:ext cx="7355304" cy="400110"/>
          </a:xfrm>
          <a:prstGeom prst="rect">
            <a:avLst/>
          </a:prstGeom>
          <a:noFill/>
        </p:spPr>
        <p:txBody>
          <a:bodyPr wrap="square">
            <a:spAutoFit/>
          </a:bodyPr>
          <a:lstStyle/>
          <a:p>
            <a:pPr>
              <a:buNone/>
            </a:pPr>
            <a:r>
              <a:rPr lang="en-IN" sz="2000"/>
              <a:t>Level 3: Urgent</a:t>
            </a:r>
          </a:p>
        </p:txBody>
      </p:sp>
      <p:sp>
        <p:nvSpPr>
          <p:cNvPr id="24" name="TextBox 23">
            <a:extLst>
              <a:ext uri="{FF2B5EF4-FFF2-40B4-BE49-F238E27FC236}">
                <a16:creationId xmlns:a16="http://schemas.microsoft.com/office/drawing/2014/main" id="{E81ADE8B-291A-EED8-7F55-10FDA46F638B}"/>
              </a:ext>
            </a:extLst>
          </p:cNvPr>
          <p:cNvSpPr txBox="1"/>
          <p:nvPr/>
        </p:nvSpPr>
        <p:spPr>
          <a:xfrm>
            <a:off x="7443537" y="4223801"/>
            <a:ext cx="7515726" cy="369332"/>
          </a:xfrm>
          <a:prstGeom prst="rect">
            <a:avLst/>
          </a:prstGeom>
          <a:noFill/>
        </p:spPr>
        <p:txBody>
          <a:bodyPr wrap="square">
            <a:spAutoFit/>
          </a:bodyPr>
          <a:lstStyle/>
          <a:p>
            <a:pPr>
              <a:buNone/>
            </a:pPr>
            <a:r>
              <a:rPr lang="en-IN"/>
              <a:t>Score 4 to 5 | target 30 min</a:t>
            </a:r>
          </a:p>
        </p:txBody>
      </p:sp>
      <p:sp>
        <p:nvSpPr>
          <p:cNvPr id="26" name="TextBox 25">
            <a:extLst>
              <a:ext uri="{FF2B5EF4-FFF2-40B4-BE49-F238E27FC236}">
                <a16:creationId xmlns:a16="http://schemas.microsoft.com/office/drawing/2014/main" id="{F3928A9F-86B1-7605-8D7D-D358A4026833}"/>
              </a:ext>
            </a:extLst>
          </p:cNvPr>
          <p:cNvSpPr txBox="1"/>
          <p:nvPr/>
        </p:nvSpPr>
        <p:spPr>
          <a:xfrm>
            <a:off x="7676148" y="4723861"/>
            <a:ext cx="7515726" cy="400110"/>
          </a:xfrm>
          <a:prstGeom prst="rect">
            <a:avLst/>
          </a:prstGeom>
          <a:noFill/>
        </p:spPr>
        <p:txBody>
          <a:bodyPr wrap="square">
            <a:spAutoFit/>
          </a:bodyPr>
          <a:lstStyle/>
          <a:p>
            <a:pPr>
              <a:buNone/>
            </a:pPr>
            <a:r>
              <a:rPr lang="en-IN" sz="2000"/>
              <a:t>Level 4: Less Urgent</a:t>
            </a:r>
          </a:p>
        </p:txBody>
      </p:sp>
      <p:sp>
        <p:nvSpPr>
          <p:cNvPr id="28" name="TextBox 27">
            <a:extLst>
              <a:ext uri="{FF2B5EF4-FFF2-40B4-BE49-F238E27FC236}">
                <a16:creationId xmlns:a16="http://schemas.microsoft.com/office/drawing/2014/main" id="{7A1C02CD-A607-0986-CC2B-30504D0F9EBA}"/>
              </a:ext>
            </a:extLst>
          </p:cNvPr>
          <p:cNvSpPr txBox="1"/>
          <p:nvPr/>
        </p:nvSpPr>
        <p:spPr>
          <a:xfrm>
            <a:off x="7360710" y="5076250"/>
            <a:ext cx="7515726" cy="369332"/>
          </a:xfrm>
          <a:prstGeom prst="rect">
            <a:avLst/>
          </a:prstGeom>
          <a:noFill/>
        </p:spPr>
        <p:txBody>
          <a:bodyPr wrap="square">
            <a:spAutoFit/>
          </a:bodyPr>
          <a:lstStyle/>
          <a:p>
            <a:pPr>
              <a:buNone/>
            </a:pPr>
            <a:r>
              <a:rPr lang="en-IN"/>
              <a:t>Score 2 to 3 | target 60 min</a:t>
            </a:r>
          </a:p>
        </p:txBody>
      </p:sp>
      <p:sp>
        <p:nvSpPr>
          <p:cNvPr id="30" name="TextBox 29">
            <a:extLst>
              <a:ext uri="{FF2B5EF4-FFF2-40B4-BE49-F238E27FC236}">
                <a16:creationId xmlns:a16="http://schemas.microsoft.com/office/drawing/2014/main" id="{927A6FDE-D095-8BC2-69EC-F3985BAB1F2E}"/>
              </a:ext>
            </a:extLst>
          </p:cNvPr>
          <p:cNvSpPr txBox="1"/>
          <p:nvPr/>
        </p:nvSpPr>
        <p:spPr>
          <a:xfrm>
            <a:off x="7515726" y="5540597"/>
            <a:ext cx="7515726" cy="369332"/>
          </a:xfrm>
          <a:prstGeom prst="rect">
            <a:avLst/>
          </a:prstGeom>
          <a:noFill/>
        </p:spPr>
        <p:txBody>
          <a:bodyPr wrap="square">
            <a:spAutoFit/>
          </a:bodyPr>
          <a:lstStyle/>
          <a:p>
            <a:pPr>
              <a:buNone/>
            </a:pPr>
            <a:r>
              <a:rPr lang="en-IN"/>
              <a:t>Level 5: Non-Urgent</a:t>
            </a:r>
          </a:p>
        </p:txBody>
      </p:sp>
      <p:sp>
        <p:nvSpPr>
          <p:cNvPr id="32" name="TextBox 31">
            <a:extLst>
              <a:ext uri="{FF2B5EF4-FFF2-40B4-BE49-F238E27FC236}">
                <a16:creationId xmlns:a16="http://schemas.microsoft.com/office/drawing/2014/main" id="{41EDE57C-AEFB-A6DE-B980-AE9DF3C3E7C2}"/>
              </a:ext>
            </a:extLst>
          </p:cNvPr>
          <p:cNvSpPr txBox="1"/>
          <p:nvPr/>
        </p:nvSpPr>
        <p:spPr>
          <a:xfrm>
            <a:off x="7295147" y="5810919"/>
            <a:ext cx="7595936" cy="369332"/>
          </a:xfrm>
          <a:prstGeom prst="rect">
            <a:avLst/>
          </a:prstGeom>
          <a:noFill/>
        </p:spPr>
        <p:txBody>
          <a:bodyPr wrap="square">
            <a:spAutoFit/>
          </a:bodyPr>
          <a:lstStyle/>
          <a:p>
            <a:pPr>
              <a:buNone/>
            </a:pPr>
            <a:r>
              <a:rPr lang="en-IN"/>
              <a:t>Score 0 to 1 | target 120 min</a:t>
            </a:r>
          </a:p>
        </p:txBody>
      </p:sp>
    </p:spTree>
    <p:extLst>
      <p:ext uri="{BB962C8B-B14F-4D97-AF65-F5344CB8AC3E}">
        <p14:creationId xmlns:p14="http://schemas.microsoft.com/office/powerpoint/2010/main" val="4178111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D2E371-18EE-CBAE-47EB-09CAA514E91E}"/>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766D3074-D456-AE60-656F-0B745377A758}"/>
              </a:ext>
            </a:extLst>
          </p:cNvPr>
          <p:cNvSpPr>
            <a:spLocks noGrp="1"/>
          </p:cNvSpPr>
          <p:nvPr>
            <p:ph type="sldNum" sz="quarter" idx="12"/>
          </p:nvPr>
        </p:nvSpPr>
        <p:spPr/>
        <p:txBody>
          <a:bodyPr/>
          <a:lstStyle/>
          <a:p>
            <a:fld id="{CB012AB6-14AF-4351-87AD-D420B05274E1}" type="slidenum">
              <a:rPr lang="en-IN" smtClean="0"/>
              <a:t>7</a:t>
            </a:fld>
            <a:endParaRPr lang="en-IN"/>
          </a:p>
        </p:txBody>
      </p:sp>
      <p:sp>
        <p:nvSpPr>
          <p:cNvPr id="5" name="TextBox 4">
            <a:extLst>
              <a:ext uri="{FF2B5EF4-FFF2-40B4-BE49-F238E27FC236}">
                <a16:creationId xmlns:a16="http://schemas.microsoft.com/office/drawing/2014/main" id="{7795165C-9DD9-6311-33A3-1650CF94F76B}"/>
              </a:ext>
            </a:extLst>
          </p:cNvPr>
          <p:cNvSpPr txBox="1"/>
          <p:nvPr/>
        </p:nvSpPr>
        <p:spPr>
          <a:xfrm>
            <a:off x="545431" y="761818"/>
            <a:ext cx="10475495" cy="769441"/>
          </a:xfrm>
          <a:prstGeom prst="rect">
            <a:avLst/>
          </a:prstGeom>
          <a:noFill/>
        </p:spPr>
        <p:txBody>
          <a:bodyPr wrap="square">
            <a:spAutoFit/>
          </a:bodyPr>
          <a:lstStyle/>
          <a:p>
            <a:pPr>
              <a:buNone/>
            </a:pPr>
            <a:r>
              <a:rPr lang="en-IN" sz="4400" dirty="0">
                <a:latin typeface="Sitka Heading Semibold" pitchFamily="2" charset="0"/>
              </a:rPr>
              <a:t>Module 2 (CO 2): Iteration</a:t>
            </a:r>
          </a:p>
        </p:txBody>
      </p:sp>
      <p:sp>
        <p:nvSpPr>
          <p:cNvPr id="7" name="Rectangle 6">
            <a:extLst>
              <a:ext uri="{FF2B5EF4-FFF2-40B4-BE49-F238E27FC236}">
                <a16:creationId xmlns:a16="http://schemas.microsoft.com/office/drawing/2014/main" id="{3384D05F-064F-1FF8-9FC5-F87E041F4C14}"/>
              </a:ext>
            </a:extLst>
          </p:cNvPr>
          <p:cNvSpPr/>
          <p:nvPr/>
        </p:nvSpPr>
        <p:spPr>
          <a:xfrm>
            <a:off x="1075822" y="1531259"/>
            <a:ext cx="4608095" cy="22787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While loop</a:t>
            </a:r>
          </a:p>
          <a:p>
            <a:r>
              <a:rPr lang="en-IN" dirty="0"/>
              <a:t>Main menu repeats until the nurse chooses Exit.</a:t>
            </a:r>
          </a:p>
          <a:p>
            <a:pPr algn="ctr"/>
            <a:r>
              <a:rPr lang="en-IN" dirty="0"/>
              <a:t>  </a:t>
            </a:r>
          </a:p>
          <a:p>
            <a:r>
              <a:rPr lang="en-IN" dirty="0"/>
              <a:t>while (choice != 0) {</a:t>
            </a:r>
          </a:p>
          <a:p>
            <a:r>
              <a:rPr lang="en-IN" dirty="0"/>
              <a:t>  </a:t>
            </a:r>
            <a:r>
              <a:rPr lang="en-IN" dirty="0" err="1"/>
              <a:t>showMenu</a:t>
            </a:r>
            <a:r>
              <a:rPr lang="en-IN" dirty="0"/>
              <a:t>();</a:t>
            </a:r>
          </a:p>
          <a:p>
            <a:r>
              <a:rPr lang="en-IN" dirty="0"/>
              <a:t>}</a:t>
            </a:r>
          </a:p>
          <a:p>
            <a:pPr algn="ctr"/>
            <a:endParaRPr lang="en-IN" dirty="0"/>
          </a:p>
        </p:txBody>
      </p:sp>
      <p:sp>
        <p:nvSpPr>
          <p:cNvPr id="10" name="Rectangle 9">
            <a:extLst>
              <a:ext uri="{FF2B5EF4-FFF2-40B4-BE49-F238E27FC236}">
                <a16:creationId xmlns:a16="http://schemas.microsoft.com/office/drawing/2014/main" id="{170D0E4E-DD82-F131-F451-22DA779977DF}"/>
              </a:ext>
            </a:extLst>
          </p:cNvPr>
          <p:cNvSpPr/>
          <p:nvPr/>
        </p:nvSpPr>
        <p:spPr>
          <a:xfrm>
            <a:off x="6279481" y="1531259"/>
            <a:ext cx="4662238" cy="22787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Do-while loop</a:t>
            </a:r>
            <a:r>
              <a:rPr lang="en-IN" sz="2000" dirty="0">
                <a:solidFill>
                  <a:srgbClr val="FF0000"/>
                </a:solidFill>
                <a:latin typeface="Sitka Heading Semibold" pitchFamily="2" charset="0"/>
              </a:rPr>
              <a:t>	</a:t>
            </a:r>
          </a:p>
          <a:p>
            <a:r>
              <a:rPr lang="en-IN" dirty="0"/>
              <a:t>Ask for heart rate at least once; repeat until valid.</a:t>
            </a:r>
          </a:p>
          <a:p>
            <a:endParaRPr lang="en-IN" dirty="0"/>
          </a:p>
          <a:p>
            <a:r>
              <a:rPr lang="en-IN" dirty="0"/>
              <a:t>do {</a:t>
            </a:r>
          </a:p>
          <a:p>
            <a:r>
              <a:rPr lang="en-IN" dirty="0"/>
              <a:t>  hr = </a:t>
            </a:r>
            <a:r>
              <a:rPr lang="en-IN" dirty="0" err="1"/>
              <a:t>sc.nextInt</a:t>
            </a:r>
            <a:r>
              <a:rPr lang="en-IN" dirty="0"/>
              <a:t>();</a:t>
            </a:r>
          </a:p>
          <a:p>
            <a:r>
              <a:rPr lang="en-IN" dirty="0"/>
              <a:t>} while (hr &lt; 20 || hr &gt; 250);</a:t>
            </a:r>
          </a:p>
          <a:p>
            <a:pPr algn="ctr"/>
            <a:endParaRPr lang="en-IN" dirty="0">
              <a:solidFill>
                <a:srgbClr val="FF0000"/>
              </a:solidFill>
            </a:endParaRPr>
          </a:p>
        </p:txBody>
      </p:sp>
      <p:sp>
        <p:nvSpPr>
          <p:cNvPr id="11" name="Rectangle 10">
            <a:extLst>
              <a:ext uri="{FF2B5EF4-FFF2-40B4-BE49-F238E27FC236}">
                <a16:creationId xmlns:a16="http://schemas.microsoft.com/office/drawing/2014/main" id="{D227DDE6-2393-17A3-61B5-746F1FC4B79E}"/>
              </a:ext>
            </a:extLst>
          </p:cNvPr>
          <p:cNvSpPr/>
          <p:nvPr/>
        </p:nvSpPr>
        <p:spPr>
          <a:xfrm>
            <a:off x="6279481" y="4187370"/>
            <a:ext cx="4662238" cy="22787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Continue</a:t>
            </a:r>
          </a:p>
          <a:p>
            <a:r>
              <a:rPr lang="en-IN" dirty="0"/>
              <a:t>Skip patients who are already discharged.</a:t>
            </a:r>
          </a:p>
          <a:p>
            <a:endParaRPr lang="en-IN" dirty="0"/>
          </a:p>
          <a:p>
            <a:r>
              <a:rPr lang="en-IN" dirty="0"/>
              <a:t>for (int </a:t>
            </a:r>
            <a:r>
              <a:rPr lang="en-IN" dirty="0" err="1"/>
              <a:t>i</a:t>
            </a:r>
            <a:r>
              <a:rPr lang="en-IN" dirty="0"/>
              <a:t> = 0; </a:t>
            </a:r>
            <a:r>
              <a:rPr lang="en-IN" dirty="0" err="1"/>
              <a:t>i</a:t>
            </a:r>
            <a:r>
              <a:rPr lang="en-IN" dirty="0"/>
              <a:t> &lt; n; </a:t>
            </a:r>
            <a:r>
              <a:rPr lang="en-IN" dirty="0" err="1"/>
              <a:t>i</a:t>
            </a:r>
            <a:r>
              <a:rPr lang="en-IN" dirty="0"/>
              <a:t>++) {</a:t>
            </a:r>
          </a:p>
          <a:p>
            <a:r>
              <a:rPr lang="en-IN" dirty="0"/>
              <a:t>  if (done[</a:t>
            </a:r>
            <a:r>
              <a:rPr lang="en-IN" dirty="0" err="1"/>
              <a:t>i</a:t>
            </a:r>
            <a:r>
              <a:rPr lang="en-IN" dirty="0"/>
              <a:t>]) continue;</a:t>
            </a:r>
          </a:p>
          <a:p>
            <a:r>
              <a:rPr lang="en-IN" dirty="0"/>
              <a:t>  print(queue[</a:t>
            </a:r>
            <a:r>
              <a:rPr lang="en-IN" dirty="0" err="1"/>
              <a:t>i</a:t>
            </a:r>
            <a:r>
              <a:rPr lang="en-IN" dirty="0"/>
              <a:t>]);</a:t>
            </a:r>
          </a:p>
          <a:p>
            <a:r>
              <a:rPr lang="en-IN" dirty="0"/>
              <a:t>}</a:t>
            </a:r>
          </a:p>
          <a:p>
            <a:pPr algn="ctr"/>
            <a:endParaRPr lang="en-IN" sz="2000" dirty="0">
              <a:solidFill>
                <a:srgbClr val="FF0000"/>
              </a:solidFill>
              <a:latin typeface="Sitka Heading Semibold" pitchFamily="2" charset="0"/>
            </a:endParaRPr>
          </a:p>
        </p:txBody>
      </p:sp>
      <p:sp>
        <p:nvSpPr>
          <p:cNvPr id="12" name="Rectangle 11">
            <a:extLst>
              <a:ext uri="{FF2B5EF4-FFF2-40B4-BE49-F238E27FC236}">
                <a16:creationId xmlns:a16="http://schemas.microsoft.com/office/drawing/2014/main" id="{048B0FC7-2136-6BE7-4D09-778355DB5E86}"/>
              </a:ext>
            </a:extLst>
          </p:cNvPr>
          <p:cNvSpPr/>
          <p:nvPr/>
        </p:nvSpPr>
        <p:spPr>
          <a:xfrm>
            <a:off x="1048750" y="4187369"/>
            <a:ext cx="4635167" cy="227874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For loop</a:t>
            </a:r>
          </a:p>
          <a:p>
            <a:r>
              <a:rPr lang="en-IN" dirty="0"/>
              <a:t>Traverse the waiting list and print each patient.</a:t>
            </a:r>
          </a:p>
          <a:p>
            <a:endParaRPr lang="en-IN" dirty="0"/>
          </a:p>
          <a:p>
            <a:r>
              <a:rPr lang="en-IN" dirty="0"/>
              <a:t>for (int </a:t>
            </a:r>
            <a:r>
              <a:rPr lang="en-IN" dirty="0" err="1"/>
              <a:t>i</a:t>
            </a:r>
            <a:r>
              <a:rPr lang="en-IN" dirty="0"/>
              <a:t> = 0; </a:t>
            </a:r>
            <a:r>
              <a:rPr lang="en-IN" dirty="0" err="1"/>
              <a:t>i</a:t>
            </a:r>
            <a:r>
              <a:rPr lang="en-IN" dirty="0"/>
              <a:t> &lt; n; </a:t>
            </a:r>
            <a:r>
              <a:rPr lang="en-IN" dirty="0" err="1"/>
              <a:t>i</a:t>
            </a:r>
            <a:r>
              <a:rPr lang="en-IN" dirty="0"/>
              <a:t>++) {</a:t>
            </a:r>
          </a:p>
          <a:p>
            <a:r>
              <a:rPr lang="en-IN" dirty="0"/>
              <a:t>  print(queue[</a:t>
            </a:r>
            <a:r>
              <a:rPr lang="en-IN" dirty="0" err="1"/>
              <a:t>i</a:t>
            </a:r>
            <a:r>
              <a:rPr lang="en-IN" dirty="0"/>
              <a:t>]);</a:t>
            </a:r>
          </a:p>
          <a:p>
            <a:r>
              <a:rPr lang="en-IN" dirty="0"/>
              <a:t>}</a:t>
            </a:r>
          </a:p>
          <a:p>
            <a:endParaRPr lang="en-IN" dirty="0"/>
          </a:p>
        </p:txBody>
      </p:sp>
    </p:spTree>
    <p:extLst>
      <p:ext uri="{BB962C8B-B14F-4D97-AF65-F5344CB8AC3E}">
        <p14:creationId xmlns:p14="http://schemas.microsoft.com/office/powerpoint/2010/main" val="387625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8E0078FF-2013-E475-6F3D-0A16F8585865}"/>
              </a:ext>
            </a:extLst>
          </p:cNvPr>
          <p:cNvSpPr>
            <a:spLocks noGrp="1"/>
          </p:cNvSpPr>
          <p:nvPr>
            <p:ph type="dt" sz="half" idx="10"/>
          </p:nvPr>
        </p:nvSpPr>
        <p:spPr/>
        <p:txBody>
          <a:bodyPr/>
          <a:lstStyle/>
          <a:p>
            <a:fld id="{FADF71FF-0CE0-4D83-9933-F69CED863D80}" type="datetime1">
              <a:rPr lang="en-IN" smtClean="0"/>
              <a:t>15-10-2026</a:t>
            </a:fld>
            <a:endParaRPr lang="en-IN"/>
          </a:p>
        </p:txBody>
      </p:sp>
      <p:sp>
        <p:nvSpPr>
          <p:cNvPr id="5" name="Slide Number Placeholder 4">
            <a:extLst>
              <a:ext uri="{FF2B5EF4-FFF2-40B4-BE49-F238E27FC236}">
                <a16:creationId xmlns:a16="http://schemas.microsoft.com/office/drawing/2014/main" id="{95DE39BA-552D-5E87-9C16-8B5724296666}"/>
              </a:ext>
            </a:extLst>
          </p:cNvPr>
          <p:cNvSpPr>
            <a:spLocks noGrp="1"/>
          </p:cNvSpPr>
          <p:nvPr>
            <p:ph type="sldNum" sz="quarter" idx="12"/>
          </p:nvPr>
        </p:nvSpPr>
        <p:spPr/>
        <p:txBody>
          <a:bodyPr/>
          <a:lstStyle/>
          <a:p>
            <a:fld id="{CB012AB6-14AF-4351-87AD-D420B05274E1}" type="slidenum">
              <a:rPr lang="en-IN" smtClean="0"/>
              <a:t>8</a:t>
            </a:fld>
            <a:endParaRPr lang="en-IN"/>
          </a:p>
        </p:txBody>
      </p:sp>
      <p:sp>
        <p:nvSpPr>
          <p:cNvPr id="2" name="Title 1">
            <a:extLst>
              <a:ext uri="{FF2B5EF4-FFF2-40B4-BE49-F238E27FC236}">
                <a16:creationId xmlns:a16="http://schemas.microsoft.com/office/drawing/2014/main" id="{C73BDDFB-DFEC-7A21-D889-17965A225820}"/>
              </a:ext>
            </a:extLst>
          </p:cNvPr>
          <p:cNvSpPr>
            <a:spLocks noGrp="1"/>
          </p:cNvSpPr>
          <p:nvPr>
            <p:ph type="title" idx="4294967295"/>
          </p:nvPr>
        </p:nvSpPr>
        <p:spPr>
          <a:xfrm>
            <a:off x="657726" y="525546"/>
            <a:ext cx="10515600" cy="1325563"/>
          </a:xfrm>
        </p:spPr>
        <p:txBody>
          <a:bodyPr/>
          <a:lstStyle/>
          <a:p>
            <a:r>
              <a:rPr lang="en-IN">
                <a:latin typeface="Sitka Heading Semibold" pitchFamily="2" charset="0"/>
              </a:rPr>
              <a:t>Module 3 (CO 3): Methods</a:t>
            </a:r>
          </a:p>
        </p:txBody>
      </p:sp>
      <p:sp>
        <p:nvSpPr>
          <p:cNvPr id="6" name="Rectangle 5">
            <a:extLst>
              <a:ext uri="{FF2B5EF4-FFF2-40B4-BE49-F238E27FC236}">
                <a16:creationId xmlns:a16="http://schemas.microsoft.com/office/drawing/2014/main" id="{4B6D923B-5DAD-55E0-33CB-393643F9B5CB}"/>
              </a:ext>
            </a:extLst>
          </p:cNvPr>
          <p:cNvSpPr/>
          <p:nvPr/>
        </p:nvSpPr>
        <p:spPr>
          <a:xfrm>
            <a:off x="838201" y="1617998"/>
            <a:ext cx="8001000" cy="365985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IN">
                <a:solidFill>
                  <a:srgbClr val="FF0000"/>
                </a:solidFill>
                <a:latin typeface="Copperplate Gothic Light" panose="020E0507020206020404" pitchFamily="34" charset="0"/>
              </a:rPr>
              <a:t>Methods</a:t>
            </a:r>
          </a:p>
          <a:p>
            <a:endParaRPr lang="en-IN">
              <a:solidFill>
                <a:srgbClr val="FF0000"/>
              </a:solidFill>
              <a:latin typeface="Copperplate Gothic Light" panose="020E0507020206020404" pitchFamily="34" charset="0"/>
            </a:endParaRPr>
          </a:p>
          <a:p>
            <a:r>
              <a:rPr lang="en-IN"/>
              <a:t>static int </a:t>
            </a:r>
            <a:r>
              <a:rPr lang="en-IN" err="1"/>
              <a:t>calcScore</a:t>
            </a:r>
            <a:r>
              <a:rPr lang="en-IN"/>
              <a:t>(int hr, int spo2, double temp) {</a:t>
            </a:r>
          </a:p>
          <a:p>
            <a:r>
              <a:rPr lang="en-IN"/>
              <a:t>  int score = 0;</a:t>
            </a:r>
          </a:p>
          <a:p>
            <a:r>
              <a:rPr lang="en-IN"/>
              <a:t>  // ... rules add points ...</a:t>
            </a:r>
          </a:p>
          <a:p>
            <a:r>
              <a:rPr lang="en-IN"/>
              <a:t>  return score;</a:t>
            </a:r>
          </a:p>
          <a:p>
            <a:r>
              <a:rPr lang="en-IN"/>
              <a:t>}</a:t>
            </a:r>
          </a:p>
          <a:p>
            <a:r>
              <a:rPr lang="en-IN"/>
              <a:t>int score = </a:t>
            </a:r>
            <a:r>
              <a:rPr lang="en-IN" err="1"/>
              <a:t>calcScore</a:t>
            </a:r>
            <a:r>
              <a:rPr lang="en-IN"/>
              <a:t>(118, 92, 38.6);</a:t>
            </a:r>
          </a:p>
          <a:p>
            <a:r>
              <a:rPr lang="en-IN"/>
              <a:t>// overloading: same name, diff params</a:t>
            </a:r>
          </a:p>
          <a:p>
            <a:r>
              <a:rPr lang="en-IN"/>
              <a:t>static void print(String name, int level) { }</a:t>
            </a:r>
          </a:p>
          <a:p>
            <a:r>
              <a:rPr lang="en-IN"/>
              <a:t>static void print(String name, int level, int wait) { }</a:t>
            </a:r>
          </a:p>
          <a:p>
            <a:pPr algn="ctr"/>
            <a:endParaRPr lang="en-IN">
              <a:solidFill>
                <a:srgbClr val="FF0000"/>
              </a:solidFill>
              <a:latin typeface="Copperplate Gothic Light" panose="020E0507020206020404" pitchFamily="34" charset="0"/>
            </a:endParaRPr>
          </a:p>
        </p:txBody>
      </p:sp>
      <p:sp>
        <p:nvSpPr>
          <p:cNvPr id="7" name="TextBox 6">
            <a:extLst>
              <a:ext uri="{FF2B5EF4-FFF2-40B4-BE49-F238E27FC236}">
                <a16:creationId xmlns:a16="http://schemas.microsoft.com/office/drawing/2014/main" id="{6761C217-7E27-AA22-2804-57E1D17A89A8}"/>
              </a:ext>
            </a:extLst>
          </p:cNvPr>
          <p:cNvSpPr txBox="1"/>
          <p:nvPr/>
        </p:nvSpPr>
        <p:spPr>
          <a:xfrm>
            <a:off x="838200" y="5493936"/>
            <a:ext cx="9986324" cy="707886"/>
          </a:xfrm>
          <a:prstGeom prst="rect">
            <a:avLst/>
          </a:prstGeom>
          <a:noFill/>
        </p:spPr>
        <p:txBody>
          <a:bodyPr wrap="none" rtlCol="0">
            <a:spAutoFit/>
          </a:bodyPr>
          <a:lstStyle/>
          <a:p>
            <a:r>
              <a:rPr lang="en-IN" sz="2000"/>
              <a:t>Each method does one job. Overloading lets print() serve both quick and detailed reports.</a:t>
            </a:r>
          </a:p>
          <a:p>
            <a:endParaRPr lang="en-IN" sz="2000"/>
          </a:p>
        </p:txBody>
      </p:sp>
    </p:spTree>
    <p:extLst>
      <p:ext uri="{BB962C8B-B14F-4D97-AF65-F5344CB8AC3E}">
        <p14:creationId xmlns:p14="http://schemas.microsoft.com/office/powerpoint/2010/main" val="18698754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4F715-B72A-847D-E4AF-5B1FD8F59641}"/>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E352C2B8-268C-7152-F29C-DEB4E9D309A6}"/>
              </a:ext>
            </a:extLst>
          </p:cNvPr>
          <p:cNvSpPr>
            <a:spLocks noGrp="1"/>
          </p:cNvSpPr>
          <p:nvPr>
            <p:ph type="sldNum" sz="quarter" idx="12"/>
          </p:nvPr>
        </p:nvSpPr>
        <p:spPr/>
        <p:txBody>
          <a:bodyPr/>
          <a:lstStyle/>
          <a:p>
            <a:fld id="{CB012AB6-14AF-4351-87AD-D420B05274E1}" type="slidenum">
              <a:rPr lang="en-IN" smtClean="0"/>
              <a:t>9</a:t>
            </a:fld>
            <a:endParaRPr lang="en-IN"/>
          </a:p>
        </p:txBody>
      </p:sp>
      <p:sp>
        <p:nvSpPr>
          <p:cNvPr id="4" name="TextBox 3">
            <a:extLst>
              <a:ext uri="{FF2B5EF4-FFF2-40B4-BE49-F238E27FC236}">
                <a16:creationId xmlns:a16="http://schemas.microsoft.com/office/drawing/2014/main" id="{335D9C3F-A058-4729-2761-DCC7A602E000}"/>
              </a:ext>
            </a:extLst>
          </p:cNvPr>
          <p:cNvSpPr txBox="1"/>
          <p:nvPr/>
        </p:nvSpPr>
        <p:spPr>
          <a:xfrm>
            <a:off x="593558" y="753979"/>
            <a:ext cx="6809878" cy="769441"/>
          </a:xfrm>
          <a:prstGeom prst="rect">
            <a:avLst/>
          </a:prstGeom>
          <a:noFill/>
        </p:spPr>
        <p:txBody>
          <a:bodyPr wrap="none" rtlCol="0">
            <a:spAutoFit/>
          </a:bodyPr>
          <a:lstStyle/>
          <a:p>
            <a:r>
              <a:rPr lang="en-IN" sz="4400" dirty="0">
                <a:latin typeface="Sitka Heading Semibold" pitchFamily="2" charset="0"/>
              </a:rPr>
              <a:t>Module 3 (CO 3): 1D Arrays</a:t>
            </a:r>
          </a:p>
        </p:txBody>
      </p:sp>
      <p:sp>
        <p:nvSpPr>
          <p:cNvPr id="6" name="TextBox 5">
            <a:extLst>
              <a:ext uri="{FF2B5EF4-FFF2-40B4-BE49-F238E27FC236}">
                <a16:creationId xmlns:a16="http://schemas.microsoft.com/office/drawing/2014/main" id="{D2AF5457-B7EF-52B7-FC3C-3F1875B1BFE7}"/>
              </a:ext>
            </a:extLst>
          </p:cNvPr>
          <p:cNvSpPr txBox="1"/>
          <p:nvPr/>
        </p:nvSpPr>
        <p:spPr>
          <a:xfrm>
            <a:off x="1062792" y="1756429"/>
            <a:ext cx="6096000" cy="400110"/>
          </a:xfrm>
          <a:prstGeom prst="rect">
            <a:avLst/>
          </a:prstGeom>
          <a:noFill/>
        </p:spPr>
        <p:txBody>
          <a:bodyPr wrap="square">
            <a:spAutoFit/>
          </a:bodyPr>
          <a:lstStyle/>
          <a:p>
            <a:pPr>
              <a:buNone/>
            </a:pPr>
            <a:r>
              <a:rPr lang="en-IN" sz="2000"/>
              <a:t>int[ ] </a:t>
            </a:r>
            <a:r>
              <a:rPr lang="en-IN" sz="2000" err="1"/>
              <a:t>waitTimes</a:t>
            </a:r>
            <a:r>
              <a:rPr lang="en-IN" sz="2000"/>
              <a:t> = {12, 45, 8, 30, 22}; // minutes</a:t>
            </a:r>
          </a:p>
        </p:txBody>
      </p:sp>
      <p:sp>
        <p:nvSpPr>
          <p:cNvPr id="7" name="Rectangle: Rounded Corners 6">
            <a:extLst>
              <a:ext uri="{FF2B5EF4-FFF2-40B4-BE49-F238E27FC236}">
                <a16:creationId xmlns:a16="http://schemas.microsoft.com/office/drawing/2014/main" id="{667093C0-449B-C65E-E032-0DA52C7D488E}"/>
              </a:ext>
            </a:extLst>
          </p:cNvPr>
          <p:cNvSpPr/>
          <p:nvPr/>
        </p:nvSpPr>
        <p:spPr>
          <a:xfrm>
            <a:off x="838200" y="2494547"/>
            <a:ext cx="1231232" cy="76944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a:t>12</a:t>
            </a:r>
          </a:p>
        </p:txBody>
      </p:sp>
      <p:sp>
        <p:nvSpPr>
          <p:cNvPr id="8" name="Rectangle: Rounded Corners 7">
            <a:extLst>
              <a:ext uri="{FF2B5EF4-FFF2-40B4-BE49-F238E27FC236}">
                <a16:creationId xmlns:a16="http://schemas.microsoft.com/office/drawing/2014/main" id="{833763C0-CA89-7AB1-147E-7FD2DEB2B870}"/>
              </a:ext>
            </a:extLst>
          </p:cNvPr>
          <p:cNvSpPr/>
          <p:nvPr/>
        </p:nvSpPr>
        <p:spPr>
          <a:xfrm>
            <a:off x="2498558" y="2494547"/>
            <a:ext cx="1231232" cy="7935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a:t>45</a:t>
            </a:r>
          </a:p>
        </p:txBody>
      </p:sp>
      <p:sp>
        <p:nvSpPr>
          <p:cNvPr id="9" name="Rectangle: Rounded Corners 8">
            <a:extLst>
              <a:ext uri="{FF2B5EF4-FFF2-40B4-BE49-F238E27FC236}">
                <a16:creationId xmlns:a16="http://schemas.microsoft.com/office/drawing/2014/main" id="{7300ABFB-2870-785A-6DFE-49B9FF3388E6}"/>
              </a:ext>
            </a:extLst>
          </p:cNvPr>
          <p:cNvSpPr/>
          <p:nvPr/>
        </p:nvSpPr>
        <p:spPr>
          <a:xfrm>
            <a:off x="7479632" y="2494547"/>
            <a:ext cx="1231232" cy="779759"/>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a:t>22</a:t>
            </a:r>
          </a:p>
        </p:txBody>
      </p:sp>
      <p:sp>
        <p:nvSpPr>
          <p:cNvPr id="10" name="Rectangle: Rounded Corners 9">
            <a:extLst>
              <a:ext uri="{FF2B5EF4-FFF2-40B4-BE49-F238E27FC236}">
                <a16:creationId xmlns:a16="http://schemas.microsoft.com/office/drawing/2014/main" id="{8FBF6AEA-6024-4CA9-E7FD-1378302F1956}"/>
              </a:ext>
            </a:extLst>
          </p:cNvPr>
          <p:cNvSpPr/>
          <p:nvPr/>
        </p:nvSpPr>
        <p:spPr>
          <a:xfrm>
            <a:off x="5819274" y="2518611"/>
            <a:ext cx="1231232" cy="7935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a:t>30</a:t>
            </a:r>
          </a:p>
        </p:txBody>
      </p:sp>
      <p:sp>
        <p:nvSpPr>
          <p:cNvPr id="11" name="Rectangle: Rounded Corners 10">
            <a:extLst>
              <a:ext uri="{FF2B5EF4-FFF2-40B4-BE49-F238E27FC236}">
                <a16:creationId xmlns:a16="http://schemas.microsoft.com/office/drawing/2014/main" id="{EE753039-93DA-DE83-D77E-A12FD004DE01}"/>
              </a:ext>
            </a:extLst>
          </p:cNvPr>
          <p:cNvSpPr/>
          <p:nvPr/>
        </p:nvSpPr>
        <p:spPr>
          <a:xfrm>
            <a:off x="4158916" y="2494547"/>
            <a:ext cx="1231232" cy="79350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3600"/>
              <a:t>8</a:t>
            </a:r>
          </a:p>
        </p:txBody>
      </p:sp>
      <p:sp>
        <p:nvSpPr>
          <p:cNvPr id="13" name="TextBox 12">
            <a:extLst>
              <a:ext uri="{FF2B5EF4-FFF2-40B4-BE49-F238E27FC236}">
                <a16:creationId xmlns:a16="http://schemas.microsoft.com/office/drawing/2014/main" id="{0662385D-FDC8-13EF-3094-F4582E1A46A3}"/>
              </a:ext>
            </a:extLst>
          </p:cNvPr>
          <p:cNvSpPr txBox="1"/>
          <p:nvPr/>
        </p:nvSpPr>
        <p:spPr>
          <a:xfrm>
            <a:off x="822159" y="3474133"/>
            <a:ext cx="6096000" cy="400110"/>
          </a:xfrm>
          <a:prstGeom prst="rect">
            <a:avLst/>
          </a:prstGeom>
          <a:noFill/>
        </p:spPr>
        <p:txBody>
          <a:bodyPr wrap="square">
            <a:spAutoFit/>
          </a:bodyPr>
          <a:lstStyle/>
          <a:p>
            <a:pPr>
              <a:buNone/>
            </a:pPr>
            <a:r>
              <a:rPr lang="en-IN" sz="2000"/>
              <a:t>Index starts at 0, so length is 5 and the last index is 4.</a:t>
            </a:r>
          </a:p>
        </p:txBody>
      </p:sp>
      <p:sp>
        <p:nvSpPr>
          <p:cNvPr id="14" name="Rectangle 13">
            <a:extLst>
              <a:ext uri="{FF2B5EF4-FFF2-40B4-BE49-F238E27FC236}">
                <a16:creationId xmlns:a16="http://schemas.microsoft.com/office/drawing/2014/main" id="{339A57C7-755E-D312-8979-98107BF4852D}"/>
              </a:ext>
            </a:extLst>
          </p:cNvPr>
          <p:cNvSpPr/>
          <p:nvPr/>
        </p:nvSpPr>
        <p:spPr>
          <a:xfrm>
            <a:off x="1062792" y="4036260"/>
            <a:ext cx="3336757" cy="10036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a:t>117                 Sum (min</a:t>
            </a:r>
            <a:r>
              <a:rPr lang="en-IN" sz="2400"/>
              <a:t>)</a:t>
            </a:r>
          </a:p>
        </p:txBody>
      </p:sp>
      <p:sp>
        <p:nvSpPr>
          <p:cNvPr id="15" name="Rectangle 14">
            <a:extLst>
              <a:ext uri="{FF2B5EF4-FFF2-40B4-BE49-F238E27FC236}">
                <a16:creationId xmlns:a16="http://schemas.microsoft.com/office/drawing/2014/main" id="{92D38B77-F941-A3FD-81E0-FAFC1682E634}"/>
              </a:ext>
            </a:extLst>
          </p:cNvPr>
          <p:cNvSpPr/>
          <p:nvPr/>
        </p:nvSpPr>
        <p:spPr>
          <a:xfrm>
            <a:off x="4896854" y="4016755"/>
            <a:ext cx="3336757" cy="9972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a:t>23.4                  Average (min)</a:t>
            </a:r>
          </a:p>
        </p:txBody>
      </p:sp>
      <p:sp>
        <p:nvSpPr>
          <p:cNvPr id="16" name="Rectangle 15">
            <a:extLst>
              <a:ext uri="{FF2B5EF4-FFF2-40B4-BE49-F238E27FC236}">
                <a16:creationId xmlns:a16="http://schemas.microsoft.com/office/drawing/2014/main" id="{72092DC2-F00A-9595-6EEB-C6DC77AE17AB}"/>
              </a:ext>
            </a:extLst>
          </p:cNvPr>
          <p:cNvSpPr/>
          <p:nvPr/>
        </p:nvSpPr>
        <p:spPr>
          <a:xfrm>
            <a:off x="1062791" y="5258582"/>
            <a:ext cx="3336757" cy="10231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a:t>45                 Longest wait</a:t>
            </a:r>
          </a:p>
        </p:txBody>
      </p:sp>
      <p:sp>
        <p:nvSpPr>
          <p:cNvPr id="17" name="Rectangle 16">
            <a:extLst>
              <a:ext uri="{FF2B5EF4-FFF2-40B4-BE49-F238E27FC236}">
                <a16:creationId xmlns:a16="http://schemas.microsoft.com/office/drawing/2014/main" id="{D8190436-3EBF-EB02-1D49-0C53362C9DEE}"/>
              </a:ext>
            </a:extLst>
          </p:cNvPr>
          <p:cNvSpPr/>
          <p:nvPr/>
        </p:nvSpPr>
        <p:spPr>
          <a:xfrm>
            <a:off x="4896854" y="5258582"/>
            <a:ext cx="3332746" cy="9972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a:t>1                Waits over 30 min</a:t>
            </a:r>
          </a:p>
        </p:txBody>
      </p:sp>
    </p:spTree>
    <p:extLst>
      <p:ext uri="{BB962C8B-B14F-4D97-AF65-F5344CB8AC3E}">
        <p14:creationId xmlns:p14="http://schemas.microsoft.com/office/powerpoint/2010/main" val="673329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F9EC69-2A84-52EC-43A8-9DCC6A23B93F}"/>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9A626697-447C-BC2F-F607-5C4F203B71DA}"/>
              </a:ext>
            </a:extLst>
          </p:cNvPr>
          <p:cNvSpPr>
            <a:spLocks noGrp="1"/>
          </p:cNvSpPr>
          <p:nvPr>
            <p:ph type="sldNum" sz="quarter" idx="12"/>
          </p:nvPr>
        </p:nvSpPr>
        <p:spPr/>
        <p:txBody>
          <a:bodyPr/>
          <a:lstStyle/>
          <a:p>
            <a:fld id="{CB012AB6-14AF-4351-87AD-D420B05274E1}" type="slidenum">
              <a:rPr lang="en-IN" smtClean="0"/>
              <a:t>10</a:t>
            </a:fld>
            <a:endParaRPr lang="en-IN"/>
          </a:p>
        </p:txBody>
      </p:sp>
      <p:sp>
        <p:nvSpPr>
          <p:cNvPr id="4" name="TextBox 3">
            <a:extLst>
              <a:ext uri="{FF2B5EF4-FFF2-40B4-BE49-F238E27FC236}">
                <a16:creationId xmlns:a16="http://schemas.microsoft.com/office/drawing/2014/main" id="{F4865684-0A7C-5281-5F9D-5C3AE8A1D2FD}"/>
              </a:ext>
            </a:extLst>
          </p:cNvPr>
          <p:cNvSpPr txBox="1"/>
          <p:nvPr/>
        </p:nvSpPr>
        <p:spPr>
          <a:xfrm>
            <a:off x="838200" y="746760"/>
            <a:ext cx="9797875" cy="769441"/>
          </a:xfrm>
          <a:prstGeom prst="rect">
            <a:avLst/>
          </a:prstGeom>
          <a:noFill/>
        </p:spPr>
        <p:txBody>
          <a:bodyPr wrap="none" rtlCol="0">
            <a:spAutoFit/>
          </a:bodyPr>
          <a:lstStyle/>
          <a:p>
            <a:r>
              <a:rPr lang="en-IN" sz="4400" dirty="0">
                <a:latin typeface="Sitka Heading Semibold" pitchFamily="2" charset="0"/>
              </a:rPr>
              <a:t>Module 3 (CO 3): 2D Arrays &amp; Matrices </a:t>
            </a:r>
          </a:p>
        </p:txBody>
      </p:sp>
      <p:graphicFrame>
        <p:nvGraphicFramePr>
          <p:cNvPr id="6" name="Table 5">
            <a:extLst>
              <a:ext uri="{FF2B5EF4-FFF2-40B4-BE49-F238E27FC236}">
                <a16:creationId xmlns:a16="http://schemas.microsoft.com/office/drawing/2014/main" id="{DE914F08-B501-2126-3AE2-DC6957A4B7AB}"/>
              </a:ext>
            </a:extLst>
          </p:cNvPr>
          <p:cNvGraphicFramePr>
            <a:graphicFrameLocks noGrp="1"/>
          </p:cNvGraphicFramePr>
          <p:nvPr>
            <p:extLst>
              <p:ext uri="{D42A27DB-BD31-4B8C-83A1-F6EECF244321}">
                <p14:modId xmlns:p14="http://schemas.microsoft.com/office/powerpoint/2010/main" val="2060377549"/>
              </p:ext>
            </p:extLst>
          </p:nvPr>
        </p:nvGraphicFramePr>
        <p:xfrm>
          <a:off x="1478280" y="1832615"/>
          <a:ext cx="3911598" cy="2409397"/>
        </p:xfrm>
        <a:graphic>
          <a:graphicData uri="http://schemas.openxmlformats.org/drawingml/2006/table">
            <a:tbl>
              <a:tblPr firstRow="1" bandRow="1">
                <a:tableStyleId>{5C22544A-7EE6-4342-B048-85BDC9FD1C3A}</a:tableStyleId>
              </a:tblPr>
              <a:tblGrid>
                <a:gridCol w="651933">
                  <a:extLst>
                    <a:ext uri="{9D8B030D-6E8A-4147-A177-3AD203B41FA5}">
                      <a16:colId xmlns:a16="http://schemas.microsoft.com/office/drawing/2014/main" val="2619737964"/>
                    </a:ext>
                  </a:extLst>
                </a:gridCol>
                <a:gridCol w="651933">
                  <a:extLst>
                    <a:ext uri="{9D8B030D-6E8A-4147-A177-3AD203B41FA5}">
                      <a16:colId xmlns:a16="http://schemas.microsoft.com/office/drawing/2014/main" val="1480280301"/>
                    </a:ext>
                  </a:extLst>
                </a:gridCol>
                <a:gridCol w="651933">
                  <a:extLst>
                    <a:ext uri="{9D8B030D-6E8A-4147-A177-3AD203B41FA5}">
                      <a16:colId xmlns:a16="http://schemas.microsoft.com/office/drawing/2014/main" val="449453946"/>
                    </a:ext>
                  </a:extLst>
                </a:gridCol>
                <a:gridCol w="651933">
                  <a:extLst>
                    <a:ext uri="{9D8B030D-6E8A-4147-A177-3AD203B41FA5}">
                      <a16:colId xmlns:a16="http://schemas.microsoft.com/office/drawing/2014/main" val="1050794529"/>
                    </a:ext>
                  </a:extLst>
                </a:gridCol>
                <a:gridCol w="651933">
                  <a:extLst>
                    <a:ext uri="{9D8B030D-6E8A-4147-A177-3AD203B41FA5}">
                      <a16:colId xmlns:a16="http://schemas.microsoft.com/office/drawing/2014/main" val="3434439082"/>
                    </a:ext>
                  </a:extLst>
                </a:gridCol>
                <a:gridCol w="651933">
                  <a:extLst>
                    <a:ext uri="{9D8B030D-6E8A-4147-A177-3AD203B41FA5}">
                      <a16:colId xmlns:a16="http://schemas.microsoft.com/office/drawing/2014/main" val="5828113"/>
                    </a:ext>
                  </a:extLst>
                </a:gridCol>
              </a:tblGrid>
              <a:tr h="489157">
                <a:tc>
                  <a:txBody>
                    <a:bodyPr/>
                    <a:lstStyle/>
                    <a:p>
                      <a:endParaRPr lang="en-IN"/>
                    </a:p>
                  </a:txBody>
                  <a:tcPr/>
                </a:tc>
                <a:tc>
                  <a:txBody>
                    <a:bodyPr/>
                    <a:lstStyle/>
                    <a:p>
                      <a:r>
                        <a:rPr lang="en-IN"/>
                        <a:t>L1</a:t>
                      </a:r>
                    </a:p>
                  </a:txBody>
                  <a:tcPr/>
                </a:tc>
                <a:tc>
                  <a:txBody>
                    <a:bodyPr/>
                    <a:lstStyle/>
                    <a:p>
                      <a:r>
                        <a:rPr lang="en-IN"/>
                        <a:t>L2</a:t>
                      </a:r>
                    </a:p>
                  </a:txBody>
                  <a:tcPr/>
                </a:tc>
                <a:tc>
                  <a:txBody>
                    <a:bodyPr/>
                    <a:lstStyle/>
                    <a:p>
                      <a:r>
                        <a:rPr lang="en-IN"/>
                        <a:t>L3</a:t>
                      </a:r>
                    </a:p>
                  </a:txBody>
                  <a:tcPr/>
                </a:tc>
                <a:tc>
                  <a:txBody>
                    <a:bodyPr/>
                    <a:lstStyle/>
                    <a:p>
                      <a:r>
                        <a:rPr lang="en-IN"/>
                        <a:t>L4</a:t>
                      </a:r>
                    </a:p>
                  </a:txBody>
                  <a:tcPr/>
                </a:tc>
                <a:tc>
                  <a:txBody>
                    <a:bodyPr/>
                    <a:lstStyle/>
                    <a:p>
                      <a:r>
                        <a:rPr lang="en-IN"/>
                        <a:t>L5</a:t>
                      </a:r>
                    </a:p>
                  </a:txBody>
                  <a:tcPr/>
                </a:tc>
                <a:extLst>
                  <a:ext uri="{0D108BD9-81ED-4DB2-BD59-A6C34878D82A}">
                    <a16:rowId xmlns:a16="http://schemas.microsoft.com/office/drawing/2014/main" val="2232164624"/>
                  </a:ext>
                </a:extLst>
              </a:tr>
              <a:tr h="366672">
                <a:tc>
                  <a:txBody>
                    <a:bodyPr/>
                    <a:lstStyle/>
                    <a:p>
                      <a:r>
                        <a:rPr lang="en-IN"/>
                        <a:t>Morning</a:t>
                      </a:r>
                    </a:p>
                  </a:txBody>
                  <a:tcPr/>
                </a:tc>
                <a:tc>
                  <a:txBody>
                    <a:bodyPr/>
                    <a:lstStyle/>
                    <a:p>
                      <a:r>
                        <a:rPr lang="en-IN"/>
                        <a:t>1</a:t>
                      </a:r>
                    </a:p>
                  </a:txBody>
                  <a:tcPr/>
                </a:tc>
                <a:tc>
                  <a:txBody>
                    <a:bodyPr/>
                    <a:lstStyle/>
                    <a:p>
                      <a:r>
                        <a:rPr lang="en-IN"/>
                        <a:t>3</a:t>
                      </a:r>
                    </a:p>
                  </a:txBody>
                  <a:tcPr/>
                </a:tc>
                <a:tc>
                  <a:txBody>
                    <a:bodyPr/>
                    <a:lstStyle/>
                    <a:p>
                      <a:r>
                        <a:rPr lang="en-IN"/>
                        <a:t>6</a:t>
                      </a:r>
                    </a:p>
                  </a:txBody>
                  <a:tcPr/>
                </a:tc>
                <a:tc>
                  <a:txBody>
                    <a:bodyPr/>
                    <a:lstStyle/>
                    <a:p>
                      <a:r>
                        <a:rPr lang="en-IN"/>
                        <a:t>8</a:t>
                      </a:r>
                    </a:p>
                  </a:txBody>
                  <a:tcPr/>
                </a:tc>
                <a:tc>
                  <a:txBody>
                    <a:bodyPr/>
                    <a:lstStyle/>
                    <a:p>
                      <a:r>
                        <a:rPr lang="en-IN"/>
                        <a:t>4</a:t>
                      </a:r>
                    </a:p>
                  </a:txBody>
                  <a:tcPr/>
                </a:tc>
                <a:extLst>
                  <a:ext uri="{0D108BD9-81ED-4DB2-BD59-A6C34878D82A}">
                    <a16:rowId xmlns:a16="http://schemas.microsoft.com/office/drawing/2014/main" val="1291368173"/>
                  </a:ext>
                </a:extLst>
              </a:tr>
              <a:tr h="366672">
                <a:tc>
                  <a:txBody>
                    <a:bodyPr/>
                    <a:lstStyle/>
                    <a:p>
                      <a:r>
                        <a:rPr lang="en-IN"/>
                        <a:t>Evening</a:t>
                      </a:r>
                    </a:p>
                  </a:txBody>
                  <a:tcPr/>
                </a:tc>
                <a:tc>
                  <a:txBody>
                    <a:bodyPr/>
                    <a:lstStyle/>
                    <a:p>
                      <a:r>
                        <a:rPr lang="en-IN"/>
                        <a:t>2</a:t>
                      </a:r>
                    </a:p>
                  </a:txBody>
                  <a:tcPr/>
                </a:tc>
                <a:tc>
                  <a:txBody>
                    <a:bodyPr/>
                    <a:lstStyle/>
                    <a:p>
                      <a:r>
                        <a:rPr lang="en-IN"/>
                        <a:t>4</a:t>
                      </a:r>
                    </a:p>
                  </a:txBody>
                  <a:tcPr/>
                </a:tc>
                <a:tc>
                  <a:txBody>
                    <a:bodyPr/>
                    <a:lstStyle/>
                    <a:p>
                      <a:r>
                        <a:rPr lang="en-IN"/>
                        <a:t>7</a:t>
                      </a:r>
                    </a:p>
                  </a:txBody>
                  <a:tcPr/>
                </a:tc>
                <a:tc>
                  <a:txBody>
                    <a:bodyPr/>
                    <a:lstStyle/>
                    <a:p>
                      <a:r>
                        <a:rPr lang="en-IN"/>
                        <a:t>9</a:t>
                      </a:r>
                    </a:p>
                  </a:txBody>
                  <a:tcPr/>
                </a:tc>
                <a:tc>
                  <a:txBody>
                    <a:bodyPr/>
                    <a:lstStyle/>
                    <a:p>
                      <a:r>
                        <a:rPr lang="en-IN"/>
                        <a:t>5</a:t>
                      </a:r>
                    </a:p>
                  </a:txBody>
                  <a:tcPr/>
                </a:tc>
                <a:extLst>
                  <a:ext uri="{0D108BD9-81ED-4DB2-BD59-A6C34878D82A}">
                    <a16:rowId xmlns:a16="http://schemas.microsoft.com/office/drawing/2014/main" val="4069862314"/>
                  </a:ext>
                </a:extLst>
              </a:tr>
              <a:tr h="366672">
                <a:tc>
                  <a:txBody>
                    <a:bodyPr/>
                    <a:lstStyle/>
                    <a:p>
                      <a:r>
                        <a:rPr lang="en-IN"/>
                        <a:t>Night</a:t>
                      </a:r>
                    </a:p>
                  </a:txBody>
                  <a:tcPr/>
                </a:tc>
                <a:tc>
                  <a:txBody>
                    <a:bodyPr/>
                    <a:lstStyle/>
                    <a:p>
                      <a:r>
                        <a:rPr lang="en-IN"/>
                        <a:t>1</a:t>
                      </a:r>
                    </a:p>
                  </a:txBody>
                  <a:tcPr/>
                </a:tc>
                <a:tc>
                  <a:txBody>
                    <a:bodyPr/>
                    <a:lstStyle/>
                    <a:p>
                      <a:r>
                        <a:rPr lang="en-IN"/>
                        <a:t>2</a:t>
                      </a:r>
                    </a:p>
                  </a:txBody>
                  <a:tcPr/>
                </a:tc>
                <a:tc>
                  <a:txBody>
                    <a:bodyPr/>
                    <a:lstStyle/>
                    <a:p>
                      <a:r>
                        <a:rPr lang="en-IN"/>
                        <a:t>5</a:t>
                      </a:r>
                    </a:p>
                  </a:txBody>
                  <a:tcPr/>
                </a:tc>
                <a:tc>
                  <a:txBody>
                    <a:bodyPr/>
                    <a:lstStyle/>
                    <a:p>
                      <a:r>
                        <a:rPr lang="en-IN"/>
                        <a:t>4</a:t>
                      </a:r>
                    </a:p>
                  </a:txBody>
                  <a:tcPr/>
                </a:tc>
                <a:tc>
                  <a:txBody>
                    <a:bodyPr/>
                    <a:lstStyle/>
                    <a:p>
                      <a:r>
                        <a:rPr lang="en-IN"/>
                        <a:t>2</a:t>
                      </a:r>
                    </a:p>
                  </a:txBody>
                  <a:tcPr/>
                </a:tc>
                <a:extLst>
                  <a:ext uri="{0D108BD9-81ED-4DB2-BD59-A6C34878D82A}">
                    <a16:rowId xmlns:a16="http://schemas.microsoft.com/office/drawing/2014/main" val="191725550"/>
                  </a:ext>
                </a:extLst>
              </a:tr>
            </a:tbl>
          </a:graphicData>
        </a:graphic>
      </p:graphicFrame>
      <p:graphicFrame>
        <p:nvGraphicFramePr>
          <p:cNvPr id="8" name="Table 7">
            <a:extLst>
              <a:ext uri="{FF2B5EF4-FFF2-40B4-BE49-F238E27FC236}">
                <a16:creationId xmlns:a16="http://schemas.microsoft.com/office/drawing/2014/main" id="{42271D46-1714-122B-DF74-68F86AC523B7}"/>
              </a:ext>
            </a:extLst>
          </p:cNvPr>
          <p:cNvGraphicFramePr>
            <a:graphicFrameLocks noGrp="1"/>
          </p:cNvGraphicFramePr>
          <p:nvPr>
            <p:extLst>
              <p:ext uri="{D42A27DB-BD31-4B8C-83A1-F6EECF244321}">
                <p14:modId xmlns:p14="http://schemas.microsoft.com/office/powerpoint/2010/main" val="2962223216"/>
              </p:ext>
            </p:extLst>
          </p:nvPr>
        </p:nvGraphicFramePr>
        <p:xfrm>
          <a:off x="6477000" y="1832615"/>
          <a:ext cx="3911598" cy="2475697"/>
        </p:xfrm>
        <a:graphic>
          <a:graphicData uri="http://schemas.openxmlformats.org/drawingml/2006/table">
            <a:tbl>
              <a:tblPr firstRow="1" bandRow="1">
                <a:tableStyleId>{5C22544A-7EE6-4342-B048-85BDC9FD1C3A}</a:tableStyleId>
              </a:tblPr>
              <a:tblGrid>
                <a:gridCol w="651933">
                  <a:extLst>
                    <a:ext uri="{9D8B030D-6E8A-4147-A177-3AD203B41FA5}">
                      <a16:colId xmlns:a16="http://schemas.microsoft.com/office/drawing/2014/main" val="4154967366"/>
                    </a:ext>
                  </a:extLst>
                </a:gridCol>
                <a:gridCol w="651933">
                  <a:extLst>
                    <a:ext uri="{9D8B030D-6E8A-4147-A177-3AD203B41FA5}">
                      <a16:colId xmlns:a16="http://schemas.microsoft.com/office/drawing/2014/main" val="2367582226"/>
                    </a:ext>
                  </a:extLst>
                </a:gridCol>
                <a:gridCol w="651933">
                  <a:extLst>
                    <a:ext uri="{9D8B030D-6E8A-4147-A177-3AD203B41FA5}">
                      <a16:colId xmlns:a16="http://schemas.microsoft.com/office/drawing/2014/main" val="4107000424"/>
                    </a:ext>
                  </a:extLst>
                </a:gridCol>
                <a:gridCol w="651933">
                  <a:extLst>
                    <a:ext uri="{9D8B030D-6E8A-4147-A177-3AD203B41FA5}">
                      <a16:colId xmlns:a16="http://schemas.microsoft.com/office/drawing/2014/main" val="3469823997"/>
                    </a:ext>
                  </a:extLst>
                </a:gridCol>
                <a:gridCol w="651933">
                  <a:extLst>
                    <a:ext uri="{9D8B030D-6E8A-4147-A177-3AD203B41FA5}">
                      <a16:colId xmlns:a16="http://schemas.microsoft.com/office/drawing/2014/main" val="1468248532"/>
                    </a:ext>
                  </a:extLst>
                </a:gridCol>
                <a:gridCol w="651933">
                  <a:extLst>
                    <a:ext uri="{9D8B030D-6E8A-4147-A177-3AD203B41FA5}">
                      <a16:colId xmlns:a16="http://schemas.microsoft.com/office/drawing/2014/main" val="320095502"/>
                    </a:ext>
                  </a:extLst>
                </a:gridCol>
              </a:tblGrid>
              <a:tr h="555457">
                <a:tc>
                  <a:txBody>
                    <a:bodyPr/>
                    <a:lstStyle/>
                    <a:p>
                      <a:endParaRPr lang="en-IN"/>
                    </a:p>
                  </a:txBody>
                  <a:tcPr/>
                </a:tc>
                <a:tc>
                  <a:txBody>
                    <a:bodyPr/>
                    <a:lstStyle/>
                    <a:p>
                      <a:r>
                        <a:rPr lang="en-IN"/>
                        <a:t>L1</a:t>
                      </a:r>
                    </a:p>
                  </a:txBody>
                  <a:tcPr/>
                </a:tc>
                <a:tc>
                  <a:txBody>
                    <a:bodyPr/>
                    <a:lstStyle/>
                    <a:p>
                      <a:r>
                        <a:rPr lang="en-IN"/>
                        <a:t>L2</a:t>
                      </a:r>
                    </a:p>
                  </a:txBody>
                  <a:tcPr/>
                </a:tc>
                <a:tc>
                  <a:txBody>
                    <a:bodyPr/>
                    <a:lstStyle/>
                    <a:p>
                      <a:r>
                        <a:rPr lang="en-IN"/>
                        <a:t>L3</a:t>
                      </a:r>
                    </a:p>
                  </a:txBody>
                  <a:tcPr/>
                </a:tc>
                <a:tc>
                  <a:txBody>
                    <a:bodyPr/>
                    <a:lstStyle/>
                    <a:p>
                      <a:r>
                        <a:rPr lang="en-IN"/>
                        <a:t>L4</a:t>
                      </a:r>
                    </a:p>
                  </a:txBody>
                  <a:tcPr/>
                </a:tc>
                <a:tc>
                  <a:txBody>
                    <a:bodyPr/>
                    <a:lstStyle/>
                    <a:p>
                      <a:r>
                        <a:rPr lang="en-IN"/>
                        <a:t>L5</a:t>
                      </a:r>
                    </a:p>
                  </a:txBody>
                  <a:tcPr/>
                </a:tc>
                <a:extLst>
                  <a:ext uri="{0D108BD9-81ED-4DB2-BD59-A6C34878D82A}">
                    <a16:rowId xmlns:a16="http://schemas.microsoft.com/office/drawing/2014/main" val="2112906703"/>
                  </a:ext>
                </a:extLst>
              </a:tr>
              <a:tr h="617980">
                <a:tc>
                  <a:txBody>
                    <a:bodyPr/>
                    <a:lstStyle/>
                    <a:p>
                      <a:r>
                        <a:rPr lang="en-IN"/>
                        <a:t>Morning</a:t>
                      </a:r>
                    </a:p>
                  </a:txBody>
                  <a:tcPr/>
                </a:tc>
                <a:tc>
                  <a:txBody>
                    <a:bodyPr/>
                    <a:lstStyle/>
                    <a:p>
                      <a:r>
                        <a:rPr lang="en-IN"/>
                        <a:t>0</a:t>
                      </a:r>
                    </a:p>
                  </a:txBody>
                  <a:tcPr/>
                </a:tc>
                <a:tc>
                  <a:txBody>
                    <a:bodyPr/>
                    <a:lstStyle/>
                    <a:p>
                      <a:r>
                        <a:rPr lang="en-IN"/>
                        <a:t>4</a:t>
                      </a:r>
                    </a:p>
                  </a:txBody>
                  <a:tcPr/>
                </a:tc>
                <a:tc>
                  <a:txBody>
                    <a:bodyPr/>
                    <a:lstStyle/>
                    <a:p>
                      <a:r>
                        <a:rPr lang="en-IN"/>
                        <a:t>5</a:t>
                      </a:r>
                    </a:p>
                  </a:txBody>
                  <a:tcPr/>
                </a:tc>
                <a:tc>
                  <a:txBody>
                    <a:bodyPr/>
                    <a:lstStyle/>
                    <a:p>
                      <a:r>
                        <a:rPr lang="en-IN"/>
                        <a:t>7</a:t>
                      </a:r>
                    </a:p>
                  </a:txBody>
                  <a:tcPr/>
                </a:tc>
                <a:tc>
                  <a:txBody>
                    <a:bodyPr/>
                    <a:lstStyle/>
                    <a:p>
                      <a:r>
                        <a:rPr lang="en-IN"/>
                        <a:t>6</a:t>
                      </a:r>
                    </a:p>
                  </a:txBody>
                  <a:tcPr/>
                </a:tc>
                <a:extLst>
                  <a:ext uri="{0D108BD9-81ED-4DB2-BD59-A6C34878D82A}">
                    <a16:rowId xmlns:a16="http://schemas.microsoft.com/office/drawing/2014/main" val="3327591984"/>
                  </a:ext>
                </a:extLst>
              </a:tr>
              <a:tr h="617980">
                <a:tc>
                  <a:txBody>
                    <a:bodyPr/>
                    <a:lstStyle/>
                    <a:p>
                      <a:r>
                        <a:rPr lang="en-IN"/>
                        <a:t>Evening</a:t>
                      </a:r>
                    </a:p>
                  </a:txBody>
                  <a:tcPr/>
                </a:tc>
                <a:tc>
                  <a:txBody>
                    <a:bodyPr/>
                    <a:lstStyle/>
                    <a:p>
                      <a:r>
                        <a:rPr lang="en-IN"/>
                        <a:t>1</a:t>
                      </a:r>
                    </a:p>
                  </a:txBody>
                  <a:tcPr/>
                </a:tc>
                <a:tc>
                  <a:txBody>
                    <a:bodyPr/>
                    <a:lstStyle/>
                    <a:p>
                      <a:r>
                        <a:rPr lang="en-IN"/>
                        <a:t>5</a:t>
                      </a:r>
                    </a:p>
                  </a:txBody>
                  <a:tcPr/>
                </a:tc>
                <a:tc>
                  <a:txBody>
                    <a:bodyPr/>
                    <a:lstStyle/>
                    <a:p>
                      <a:r>
                        <a:rPr lang="en-IN"/>
                        <a:t>8</a:t>
                      </a:r>
                    </a:p>
                  </a:txBody>
                  <a:tcPr/>
                </a:tc>
                <a:tc>
                  <a:txBody>
                    <a:bodyPr/>
                    <a:lstStyle/>
                    <a:p>
                      <a:r>
                        <a:rPr lang="en-IN"/>
                        <a:t>6</a:t>
                      </a:r>
                    </a:p>
                  </a:txBody>
                  <a:tcPr/>
                </a:tc>
                <a:tc>
                  <a:txBody>
                    <a:bodyPr/>
                    <a:lstStyle/>
                    <a:p>
                      <a:r>
                        <a:rPr lang="en-IN"/>
                        <a:t>3</a:t>
                      </a:r>
                    </a:p>
                  </a:txBody>
                  <a:tcPr/>
                </a:tc>
                <a:extLst>
                  <a:ext uri="{0D108BD9-81ED-4DB2-BD59-A6C34878D82A}">
                    <a16:rowId xmlns:a16="http://schemas.microsoft.com/office/drawing/2014/main" val="3250470943"/>
                  </a:ext>
                </a:extLst>
              </a:tr>
              <a:tr h="617980">
                <a:tc>
                  <a:txBody>
                    <a:bodyPr/>
                    <a:lstStyle/>
                    <a:p>
                      <a:r>
                        <a:rPr lang="en-IN"/>
                        <a:t>Night</a:t>
                      </a:r>
                    </a:p>
                  </a:txBody>
                  <a:tcPr/>
                </a:tc>
                <a:tc>
                  <a:txBody>
                    <a:bodyPr/>
                    <a:lstStyle/>
                    <a:p>
                      <a:r>
                        <a:rPr lang="en-IN"/>
                        <a:t>2</a:t>
                      </a:r>
                    </a:p>
                  </a:txBody>
                  <a:tcPr/>
                </a:tc>
                <a:tc>
                  <a:txBody>
                    <a:bodyPr/>
                    <a:lstStyle/>
                    <a:p>
                      <a:r>
                        <a:rPr lang="en-IN"/>
                        <a:t>1</a:t>
                      </a:r>
                    </a:p>
                  </a:txBody>
                  <a:tcPr/>
                </a:tc>
                <a:tc>
                  <a:txBody>
                    <a:bodyPr/>
                    <a:lstStyle/>
                    <a:p>
                      <a:r>
                        <a:rPr lang="en-IN"/>
                        <a:t>4</a:t>
                      </a:r>
                    </a:p>
                  </a:txBody>
                  <a:tcPr/>
                </a:tc>
                <a:tc>
                  <a:txBody>
                    <a:bodyPr/>
                    <a:lstStyle/>
                    <a:p>
                      <a:r>
                        <a:rPr lang="en-IN"/>
                        <a:t>5</a:t>
                      </a:r>
                    </a:p>
                  </a:txBody>
                  <a:tcPr/>
                </a:tc>
                <a:tc>
                  <a:txBody>
                    <a:bodyPr/>
                    <a:lstStyle/>
                    <a:p>
                      <a:r>
                        <a:rPr lang="en-IN"/>
                        <a:t>1</a:t>
                      </a:r>
                    </a:p>
                  </a:txBody>
                  <a:tcPr/>
                </a:tc>
                <a:extLst>
                  <a:ext uri="{0D108BD9-81ED-4DB2-BD59-A6C34878D82A}">
                    <a16:rowId xmlns:a16="http://schemas.microsoft.com/office/drawing/2014/main" val="1625246092"/>
                  </a:ext>
                </a:extLst>
              </a:tr>
            </a:tbl>
          </a:graphicData>
        </a:graphic>
      </p:graphicFrame>
      <p:graphicFrame>
        <p:nvGraphicFramePr>
          <p:cNvPr id="9" name="Table 8">
            <a:extLst>
              <a:ext uri="{FF2B5EF4-FFF2-40B4-BE49-F238E27FC236}">
                <a16:creationId xmlns:a16="http://schemas.microsoft.com/office/drawing/2014/main" id="{CEB01E29-58E5-D4E1-9DEE-2012B0F211F6}"/>
              </a:ext>
            </a:extLst>
          </p:cNvPr>
          <p:cNvGraphicFramePr>
            <a:graphicFrameLocks noGrp="1"/>
          </p:cNvGraphicFramePr>
          <p:nvPr>
            <p:extLst>
              <p:ext uri="{D42A27DB-BD31-4B8C-83A1-F6EECF244321}">
                <p14:modId xmlns:p14="http://schemas.microsoft.com/office/powerpoint/2010/main" val="2969523246"/>
              </p:ext>
            </p:extLst>
          </p:nvPr>
        </p:nvGraphicFramePr>
        <p:xfrm>
          <a:off x="3578859" y="4636898"/>
          <a:ext cx="5034282" cy="2011680"/>
        </p:xfrm>
        <a:graphic>
          <a:graphicData uri="http://schemas.openxmlformats.org/drawingml/2006/table">
            <a:tbl>
              <a:tblPr firstRow="1" bandRow="1">
                <a:tableStyleId>{5C22544A-7EE6-4342-B048-85BDC9FD1C3A}</a:tableStyleId>
              </a:tblPr>
              <a:tblGrid>
                <a:gridCol w="839047">
                  <a:extLst>
                    <a:ext uri="{9D8B030D-6E8A-4147-A177-3AD203B41FA5}">
                      <a16:colId xmlns:a16="http://schemas.microsoft.com/office/drawing/2014/main" val="709247154"/>
                    </a:ext>
                  </a:extLst>
                </a:gridCol>
                <a:gridCol w="839047">
                  <a:extLst>
                    <a:ext uri="{9D8B030D-6E8A-4147-A177-3AD203B41FA5}">
                      <a16:colId xmlns:a16="http://schemas.microsoft.com/office/drawing/2014/main" val="3730090228"/>
                    </a:ext>
                  </a:extLst>
                </a:gridCol>
                <a:gridCol w="839047">
                  <a:extLst>
                    <a:ext uri="{9D8B030D-6E8A-4147-A177-3AD203B41FA5}">
                      <a16:colId xmlns:a16="http://schemas.microsoft.com/office/drawing/2014/main" val="607523913"/>
                    </a:ext>
                  </a:extLst>
                </a:gridCol>
                <a:gridCol w="839047">
                  <a:extLst>
                    <a:ext uri="{9D8B030D-6E8A-4147-A177-3AD203B41FA5}">
                      <a16:colId xmlns:a16="http://schemas.microsoft.com/office/drawing/2014/main" val="3103713733"/>
                    </a:ext>
                  </a:extLst>
                </a:gridCol>
                <a:gridCol w="839047">
                  <a:extLst>
                    <a:ext uri="{9D8B030D-6E8A-4147-A177-3AD203B41FA5}">
                      <a16:colId xmlns:a16="http://schemas.microsoft.com/office/drawing/2014/main" val="1899265844"/>
                    </a:ext>
                  </a:extLst>
                </a:gridCol>
                <a:gridCol w="839047">
                  <a:extLst>
                    <a:ext uri="{9D8B030D-6E8A-4147-A177-3AD203B41FA5}">
                      <a16:colId xmlns:a16="http://schemas.microsoft.com/office/drawing/2014/main" val="3906447952"/>
                    </a:ext>
                  </a:extLst>
                </a:gridCol>
              </a:tblGrid>
              <a:tr h="177713">
                <a:tc>
                  <a:txBody>
                    <a:bodyPr/>
                    <a:lstStyle/>
                    <a:p>
                      <a:endParaRPr lang="en-IN"/>
                    </a:p>
                  </a:txBody>
                  <a:tcPr/>
                </a:tc>
                <a:tc>
                  <a:txBody>
                    <a:bodyPr/>
                    <a:lstStyle/>
                    <a:p>
                      <a:r>
                        <a:rPr lang="en-IN"/>
                        <a:t>L1</a:t>
                      </a:r>
                    </a:p>
                  </a:txBody>
                  <a:tcPr/>
                </a:tc>
                <a:tc>
                  <a:txBody>
                    <a:bodyPr/>
                    <a:lstStyle/>
                    <a:p>
                      <a:r>
                        <a:rPr lang="en-IN"/>
                        <a:t>L2</a:t>
                      </a:r>
                    </a:p>
                  </a:txBody>
                  <a:tcPr/>
                </a:tc>
                <a:tc>
                  <a:txBody>
                    <a:bodyPr/>
                    <a:lstStyle/>
                    <a:p>
                      <a:r>
                        <a:rPr lang="en-IN"/>
                        <a:t>L3</a:t>
                      </a:r>
                    </a:p>
                  </a:txBody>
                  <a:tcPr/>
                </a:tc>
                <a:tc>
                  <a:txBody>
                    <a:bodyPr/>
                    <a:lstStyle/>
                    <a:p>
                      <a:r>
                        <a:rPr lang="en-IN"/>
                        <a:t>L4</a:t>
                      </a:r>
                    </a:p>
                  </a:txBody>
                  <a:tcPr/>
                </a:tc>
                <a:tc>
                  <a:txBody>
                    <a:bodyPr/>
                    <a:lstStyle/>
                    <a:p>
                      <a:r>
                        <a:rPr lang="en-IN"/>
                        <a:t>L5</a:t>
                      </a:r>
                    </a:p>
                  </a:txBody>
                  <a:tcPr/>
                </a:tc>
                <a:extLst>
                  <a:ext uri="{0D108BD9-81ED-4DB2-BD59-A6C34878D82A}">
                    <a16:rowId xmlns:a16="http://schemas.microsoft.com/office/drawing/2014/main" val="3197783619"/>
                  </a:ext>
                </a:extLst>
              </a:tr>
              <a:tr h="425012">
                <a:tc>
                  <a:txBody>
                    <a:bodyPr/>
                    <a:lstStyle/>
                    <a:p>
                      <a:r>
                        <a:rPr lang="en-IN"/>
                        <a:t>Morning</a:t>
                      </a:r>
                    </a:p>
                  </a:txBody>
                  <a:tcPr/>
                </a:tc>
                <a:tc>
                  <a:txBody>
                    <a:bodyPr/>
                    <a:lstStyle/>
                    <a:p>
                      <a:r>
                        <a:rPr lang="en-IN"/>
                        <a:t>1</a:t>
                      </a:r>
                    </a:p>
                  </a:txBody>
                  <a:tcPr/>
                </a:tc>
                <a:tc>
                  <a:txBody>
                    <a:bodyPr/>
                    <a:lstStyle/>
                    <a:p>
                      <a:r>
                        <a:rPr lang="en-IN"/>
                        <a:t>7</a:t>
                      </a:r>
                    </a:p>
                  </a:txBody>
                  <a:tcPr/>
                </a:tc>
                <a:tc>
                  <a:txBody>
                    <a:bodyPr/>
                    <a:lstStyle/>
                    <a:p>
                      <a:r>
                        <a:rPr lang="en-IN"/>
                        <a:t>11</a:t>
                      </a:r>
                    </a:p>
                  </a:txBody>
                  <a:tcPr/>
                </a:tc>
                <a:tc>
                  <a:txBody>
                    <a:bodyPr/>
                    <a:lstStyle/>
                    <a:p>
                      <a:r>
                        <a:rPr lang="en-IN"/>
                        <a:t>15</a:t>
                      </a:r>
                    </a:p>
                  </a:txBody>
                  <a:tcPr/>
                </a:tc>
                <a:tc>
                  <a:txBody>
                    <a:bodyPr/>
                    <a:lstStyle/>
                    <a:p>
                      <a:r>
                        <a:rPr lang="en-IN"/>
                        <a:t>10</a:t>
                      </a:r>
                    </a:p>
                  </a:txBody>
                  <a:tcPr/>
                </a:tc>
                <a:extLst>
                  <a:ext uri="{0D108BD9-81ED-4DB2-BD59-A6C34878D82A}">
                    <a16:rowId xmlns:a16="http://schemas.microsoft.com/office/drawing/2014/main" val="3700134243"/>
                  </a:ext>
                </a:extLst>
              </a:tr>
              <a:tr h="425012">
                <a:tc>
                  <a:txBody>
                    <a:bodyPr/>
                    <a:lstStyle/>
                    <a:p>
                      <a:r>
                        <a:rPr lang="en-IN"/>
                        <a:t>Evening</a:t>
                      </a:r>
                    </a:p>
                  </a:txBody>
                  <a:tcPr/>
                </a:tc>
                <a:tc>
                  <a:txBody>
                    <a:bodyPr/>
                    <a:lstStyle/>
                    <a:p>
                      <a:r>
                        <a:rPr lang="en-IN"/>
                        <a:t>3</a:t>
                      </a:r>
                    </a:p>
                  </a:txBody>
                  <a:tcPr/>
                </a:tc>
                <a:tc>
                  <a:txBody>
                    <a:bodyPr/>
                    <a:lstStyle/>
                    <a:p>
                      <a:r>
                        <a:rPr lang="en-IN"/>
                        <a:t>9</a:t>
                      </a:r>
                    </a:p>
                  </a:txBody>
                  <a:tcPr/>
                </a:tc>
                <a:tc>
                  <a:txBody>
                    <a:bodyPr/>
                    <a:lstStyle/>
                    <a:p>
                      <a:r>
                        <a:rPr lang="en-IN"/>
                        <a:t>15</a:t>
                      </a:r>
                    </a:p>
                  </a:txBody>
                  <a:tcPr/>
                </a:tc>
                <a:tc>
                  <a:txBody>
                    <a:bodyPr/>
                    <a:lstStyle/>
                    <a:p>
                      <a:r>
                        <a:rPr lang="en-IN"/>
                        <a:t>15</a:t>
                      </a:r>
                    </a:p>
                  </a:txBody>
                  <a:tcPr/>
                </a:tc>
                <a:tc>
                  <a:txBody>
                    <a:bodyPr/>
                    <a:lstStyle/>
                    <a:p>
                      <a:r>
                        <a:rPr lang="en-IN"/>
                        <a:t>8</a:t>
                      </a:r>
                    </a:p>
                  </a:txBody>
                  <a:tcPr/>
                </a:tc>
                <a:extLst>
                  <a:ext uri="{0D108BD9-81ED-4DB2-BD59-A6C34878D82A}">
                    <a16:rowId xmlns:a16="http://schemas.microsoft.com/office/drawing/2014/main" val="762271773"/>
                  </a:ext>
                </a:extLst>
              </a:tr>
              <a:tr h="297509">
                <a:tc>
                  <a:txBody>
                    <a:bodyPr/>
                    <a:lstStyle/>
                    <a:p>
                      <a:r>
                        <a:rPr lang="en-IN"/>
                        <a:t>Night</a:t>
                      </a:r>
                    </a:p>
                  </a:txBody>
                  <a:tcPr/>
                </a:tc>
                <a:tc>
                  <a:txBody>
                    <a:bodyPr/>
                    <a:lstStyle/>
                    <a:p>
                      <a:r>
                        <a:rPr lang="en-IN"/>
                        <a:t>3</a:t>
                      </a:r>
                    </a:p>
                  </a:txBody>
                  <a:tcPr/>
                </a:tc>
                <a:tc>
                  <a:txBody>
                    <a:bodyPr/>
                    <a:lstStyle/>
                    <a:p>
                      <a:r>
                        <a:rPr lang="en-IN"/>
                        <a:t>3</a:t>
                      </a:r>
                    </a:p>
                  </a:txBody>
                  <a:tcPr/>
                </a:tc>
                <a:tc>
                  <a:txBody>
                    <a:bodyPr/>
                    <a:lstStyle/>
                    <a:p>
                      <a:r>
                        <a:rPr lang="en-IN"/>
                        <a:t>9</a:t>
                      </a:r>
                    </a:p>
                  </a:txBody>
                  <a:tcPr/>
                </a:tc>
                <a:tc>
                  <a:txBody>
                    <a:bodyPr/>
                    <a:lstStyle/>
                    <a:p>
                      <a:r>
                        <a:rPr lang="en-IN"/>
                        <a:t>9</a:t>
                      </a:r>
                    </a:p>
                  </a:txBody>
                  <a:tcPr/>
                </a:tc>
                <a:tc>
                  <a:txBody>
                    <a:bodyPr/>
                    <a:lstStyle/>
                    <a:p>
                      <a:r>
                        <a:rPr lang="en-IN"/>
                        <a:t>3</a:t>
                      </a:r>
                    </a:p>
                  </a:txBody>
                  <a:tcPr/>
                </a:tc>
                <a:extLst>
                  <a:ext uri="{0D108BD9-81ED-4DB2-BD59-A6C34878D82A}">
                    <a16:rowId xmlns:a16="http://schemas.microsoft.com/office/drawing/2014/main" val="1846432364"/>
                  </a:ext>
                </a:extLst>
              </a:tr>
            </a:tbl>
          </a:graphicData>
        </a:graphic>
      </p:graphicFrame>
      <p:sp>
        <p:nvSpPr>
          <p:cNvPr id="10" name="TextBox 9">
            <a:extLst>
              <a:ext uri="{FF2B5EF4-FFF2-40B4-BE49-F238E27FC236}">
                <a16:creationId xmlns:a16="http://schemas.microsoft.com/office/drawing/2014/main" id="{085F5B1D-68F3-0EA0-7DDC-E54CDFB1C3B4}"/>
              </a:ext>
            </a:extLst>
          </p:cNvPr>
          <p:cNvSpPr txBox="1"/>
          <p:nvPr/>
        </p:nvSpPr>
        <p:spPr>
          <a:xfrm>
            <a:off x="2364843" y="1469875"/>
            <a:ext cx="1775358" cy="338554"/>
          </a:xfrm>
          <a:prstGeom prst="rect">
            <a:avLst/>
          </a:prstGeom>
          <a:noFill/>
        </p:spPr>
        <p:txBody>
          <a:bodyPr wrap="none" rtlCol="0">
            <a:spAutoFit/>
          </a:bodyPr>
          <a:lstStyle/>
          <a:p>
            <a:r>
              <a:rPr lang="en-IN" sz="1600">
                <a:solidFill>
                  <a:srgbClr val="FF0000"/>
                </a:solidFill>
                <a:latin typeface="Copperplate Gothic Light" panose="020E0507020206020404" pitchFamily="34" charset="0"/>
              </a:rPr>
              <a:t>Day 1 Arrivals</a:t>
            </a:r>
          </a:p>
        </p:txBody>
      </p:sp>
      <p:sp>
        <p:nvSpPr>
          <p:cNvPr id="11" name="TextBox 10">
            <a:extLst>
              <a:ext uri="{FF2B5EF4-FFF2-40B4-BE49-F238E27FC236}">
                <a16:creationId xmlns:a16="http://schemas.microsoft.com/office/drawing/2014/main" id="{B639022D-5D85-7995-EF07-FFF46F7AE3AF}"/>
              </a:ext>
            </a:extLst>
          </p:cNvPr>
          <p:cNvSpPr txBox="1"/>
          <p:nvPr/>
        </p:nvSpPr>
        <p:spPr>
          <a:xfrm>
            <a:off x="7444804" y="1454486"/>
            <a:ext cx="1975990" cy="369332"/>
          </a:xfrm>
          <a:prstGeom prst="rect">
            <a:avLst/>
          </a:prstGeom>
          <a:noFill/>
        </p:spPr>
        <p:txBody>
          <a:bodyPr wrap="none" rtlCol="0">
            <a:spAutoFit/>
          </a:bodyPr>
          <a:lstStyle/>
          <a:p>
            <a:r>
              <a:rPr lang="en-IN">
                <a:solidFill>
                  <a:srgbClr val="FF0000"/>
                </a:solidFill>
                <a:latin typeface="Copperplate Gothic Light" panose="020E0507020206020404" pitchFamily="34" charset="0"/>
              </a:rPr>
              <a:t>Day 2 Arrivals</a:t>
            </a:r>
          </a:p>
        </p:txBody>
      </p:sp>
      <p:sp>
        <p:nvSpPr>
          <p:cNvPr id="12" name="TextBox 11">
            <a:extLst>
              <a:ext uri="{FF2B5EF4-FFF2-40B4-BE49-F238E27FC236}">
                <a16:creationId xmlns:a16="http://schemas.microsoft.com/office/drawing/2014/main" id="{4889A190-89D7-B59D-833A-63016791D012}"/>
              </a:ext>
            </a:extLst>
          </p:cNvPr>
          <p:cNvSpPr txBox="1"/>
          <p:nvPr/>
        </p:nvSpPr>
        <p:spPr>
          <a:xfrm>
            <a:off x="4757524" y="4287939"/>
            <a:ext cx="2676951" cy="369332"/>
          </a:xfrm>
          <a:prstGeom prst="rect">
            <a:avLst/>
          </a:prstGeom>
          <a:noFill/>
        </p:spPr>
        <p:txBody>
          <a:bodyPr wrap="none" rtlCol="0">
            <a:spAutoFit/>
          </a:bodyPr>
          <a:lstStyle/>
          <a:p>
            <a:r>
              <a:rPr lang="en-IN">
                <a:solidFill>
                  <a:srgbClr val="FF0000"/>
                </a:solidFill>
                <a:latin typeface="Copperplate Gothic Light" panose="020E0507020206020404" pitchFamily="34" charset="0"/>
              </a:rPr>
              <a:t>Total = Day1 + Day2</a:t>
            </a:r>
          </a:p>
        </p:txBody>
      </p:sp>
    </p:spTree>
    <p:extLst>
      <p:ext uri="{BB962C8B-B14F-4D97-AF65-F5344CB8AC3E}">
        <p14:creationId xmlns:p14="http://schemas.microsoft.com/office/powerpoint/2010/main" val="3497473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7D9EE-3C63-F5AA-E334-ECAFC495BCA3}"/>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6E180004-C0AE-5D38-BF1B-7EAAADD9FCAD}"/>
              </a:ext>
            </a:extLst>
          </p:cNvPr>
          <p:cNvSpPr>
            <a:spLocks noGrp="1"/>
          </p:cNvSpPr>
          <p:nvPr>
            <p:ph type="sldNum" sz="quarter" idx="12"/>
          </p:nvPr>
        </p:nvSpPr>
        <p:spPr/>
        <p:txBody>
          <a:bodyPr/>
          <a:lstStyle/>
          <a:p>
            <a:fld id="{CB012AB6-14AF-4351-87AD-D420B05274E1}" type="slidenum">
              <a:rPr lang="en-IN" smtClean="0"/>
              <a:t>11</a:t>
            </a:fld>
            <a:endParaRPr lang="en-IN"/>
          </a:p>
        </p:txBody>
      </p:sp>
      <p:sp>
        <p:nvSpPr>
          <p:cNvPr id="5" name="TextBox 4">
            <a:extLst>
              <a:ext uri="{FF2B5EF4-FFF2-40B4-BE49-F238E27FC236}">
                <a16:creationId xmlns:a16="http://schemas.microsoft.com/office/drawing/2014/main" id="{49534198-E371-C3FC-B530-37F743251121}"/>
              </a:ext>
            </a:extLst>
          </p:cNvPr>
          <p:cNvSpPr txBox="1"/>
          <p:nvPr/>
        </p:nvSpPr>
        <p:spPr>
          <a:xfrm>
            <a:off x="583341" y="622383"/>
            <a:ext cx="9222396" cy="769441"/>
          </a:xfrm>
          <a:prstGeom prst="rect">
            <a:avLst/>
          </a:prstGeom>
          <a:noFill/>
        </p:spPr>
        <p:txBody>
          <a:bodyPr wrap="none" rtlCol="0">
            <a:spAutoFit/>
          </a:bodyPr>
          <a:lstStyle/>
          <a:p>
            <a:r>
              <a:rPr lang="en-IN" sz="4400" dirty="0">
                <a:latin typeface="Sitka Heading Semibold" pitchFamily="2" charset="0"/>
              </a:rPr>
              <a:t>Module</a:t>
            </a:r>
            <a:r>
              <a:rPr lang="en-IN" sz="4000" dirty="0">
                <a:latin typeface="Sitka Text Semibold" pitchFamily="2" charset="0"/>
              </a:rPr>
              <a:t> 4 (CO 4) : Classes &amp; Objects</a:t>
            </a:r>
          </a:p>
        </p:txBody>
      </p:sp>
      <p:sp>
        <p:nvSpPr>
          <p:cNvPr id="6" name="Rectangle 5">
            <a:extLst>
              <a:ext uri="{FF2B5EF4-FFF2-40B4-BE49-F238E27FC236}">
                <a16:creationId xmlns:a16="http://schemas.microsoft.com/office/drawing/2014/main" id="{7F4F7FC8-685E-9A2D-5945-C235CDB0547C}"/>
              </a:ext>
            </a:extLst>
          </p:cNvPr>
          <p:cNvSpPr/>
          <p:nvPr/>
        </p:nvSpPr>
        <p:spPr>
          <a:xfrm>
            <a:off x="838200" y="1391825"/>
            <a:ext cx="4887016" cy="26469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Class, fields &amp; constructors</a:t>
            </a:r>
          </a:p>
          <a:p>
            <a:r>
              <a:rPr lang="en-IN" dirty="0"/>
              <a:t>Patient is a blueprint; each arrival is an object.</a:t>
            </a:r>
          </a:p>
          <a:p>
            <a:r>
              <a:rPr lang="en-IN" dirty="0">
                <a:latin typeface="+mj-lt"/>
                <a:cs typeface="Courier New"/>
              </a:rPr>
              <a:t>class Patient {</a:t>
            </a:r>
          </a:p>
          <a:p>
            <a:r>
              <a:rPr lang="en-IN" dirty="0">
                <a:latin typeface="+mj-lt"/>
                <a:cs typeface="Courier New"/>
              </a:rPr>
              <a:t>  private String name; private int age, level;</a:t>
            </a:r>
          </a:p>
          <a:p>
            <a:r>
              <a:rPr lang="en-IN" dirty="0">
                <a:latin typeface="+mj-lt"/>
                <a:cs typeface="Courier New"/>
              </a:rPr>
              <a:t>  Patient(String name, int age) {</a:t>
            </a:r>
          </a:p>
          <a:p>
            <a:r>
              <a:rPr lang="en-IN" dirty="0">
                <a:latin typeface="+mj-lt"/>
                <a:cs typeface="Courier New"/>
              </a:rPr>
              <a:t>    this.name = name; </a:t>
            </a:r>
            <a:r>
              <a:rPr lang="en-IN" dirty="0" err="1">
                <a:latin typeface="+mj-lt"/>
                <a:cs typeface="Courier New"/>
              </a:rPr>
              <a:t>this.age</a:t>
            </a:r>
            <a:r>
              <a:rPr lang="en-IN" dirty="0">
                <a:latin typeface="+mj-lt"/>
                <a:cs typeface="Courier New"/>
              </a:rPr>
              <a:t> = age; }</a:t>
            </a:r>
          </a:p>
          <a:p>
            <a:r>
              <a:rPr lang="en-IN" dirty="0">
                <a:latin typeface="+mj-lt"/>
                <a:cs typeface="Courier New"/>
              </a:rPr>
              <a:t>  Patient(String name) { this(name, 0); }</a:t>
            </a:r>
          </a:p>
          <a:p>
            <a:r>
              <a:rPr lang="en-IN" dirty="0">
                <a:latin typeface="+mj-lt"/>
                <a:cs typeface="Courier New"/>
              </a:rPr>
              <a:t>}</a:t>
            </a:r>
          </a:p>
          <a:p>
            <a:r>
              <a:rPr lang="en-IN" dirty="0">
                <a:latin typeface="+mj-lt"/>
                <a:cs typeface="Courier New"/>
              </a:rPr>
              <a:t>Patient p = new Patient("Asha", 34);</a:t>
            </a:r>
          </a:p>
        </p:txBody>
      </p:sp>
      <p:sp>
        <p:nvSpPr>
          <p:cNvPr id="7" name="Rectangle 6">
            <a:extLst>
              <a:ext uri="{FF2B5EF4-FFF2-40B4-BE49-F238E27FC236}">
                <a16:creationId xmlns:a16="http://schemas.microsoft.com/office/drawing/2014/main" id="{4500025C-8175-72F2-6C6D-7014B565B90D}"/>
              </a:ext>
            </a:extLst>
          </p:cNvPr>
          <p:cNvSpPr/>
          <p:nvPr/>
        </p:nvSpPr>
        <p:spPr>
          <a:xfrm>
            <a:off x="6096000" y="1391824"/>
            <a:ext cx="4887016" cy="26469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Encapsulation</a:t>
            </a:r>
          </a:p>
          <a:p>
            <a:r>
              <a:rPr lang="en-IN" dirty="0"/>
              <a:t>Private fields; access only through methods</a:t>
            </a:r>
          </a:p>
          <a:p>
            <a:r>
              <a:rPr lang="en-IN" dirty="0">
                <a:latin typeface="+mj-lt"/>
                <a:cs typeface="Courier New"/>
              </a:rPr>
              <a:t>public int </a:t>
            </a:r>
            <a:r>
              <a:rPr lang="en-IN" dirty="0" err="1">
                <a:latin typeface="+mj-lt"/>
                <a:cs typeface="Courier New"/>
              </a:rPr>
              <a:t>getLevel</a:t>
            </a:r>
            <a:r>
              <a:rPr lang="en-IN" dirty="0">
                <a:latin typeface="+mj-lt"/>
                <a:cs typeface="Courier New"/>
              </a:rPr>
              <a:t>() { return level; }</a:t>
            </a:r>
          </a:p>
          <a:p>
            <a:r>
              <a:rPr lang="en-IN" dirty="0">
                <a:latin typeface="+mj-lt"/>
                <a:cs typeface="Courier New"/>
              </a:rPr>
              <a:t>public void </a:t>
            </a:r>
            <a:r>
              <a:rPr lang="en-IN" dirty="0" err="1">
                <a:latin typeface="+mj-lt"/>
                <a:cs typeface="Courier New"/>
              </a:rPr>
              <a:t>setLevel</a:t>
            </a:r>
            <a:r>
              <a:rPr lang="en-IN" dirty="0">
                <a:latin typeface="+mj-lt"/>
                <a:cs typeface="Courier New"/>
              </a:rPr>
              <a:t>(int level) {</a:t>
            </a:r>
          </a:p>
          <a:p>
            <a:r>
              <a:rPr lang="en-IN" dirty="0">
                <a:latin typeface="+mj-lt"/>
                <a:cs typeface="Courier New"/>
              </a:rPr>
              <a:t>  if (level &gt;= 1 &amp;&amp; level &lt;= 5)</a:t>
            </a:r>
          </a:p>
          <a:p>
            <a:r>
              <a:rPr lang="en-IN" dirty="0">
                <a:latin typeface="+mj-lt"/>
                <a:cs typeface="Courier New"/>
              </a:rPr>
              <a:t>    </a:t>
            </a:r>
            <a:r>
              <a:rPr lang="en-IN" dirty="0" err="1">
                <a:latin typeface="+mj-lt"/>
                <a:cs typeface="Courier New"/>
              </a:rPr>
              <a:t>this.level</a:t>
            </a:r>
            <a:r>
              <a:rPr lang="en-IN" dirty="0">
                <a:latin typeface="+mj-lt"/>
                <a:cs typeface="Courier New"/>
              </a:rPr>
              <a:t> = level;</a:t>
            </a:r>
          </a:p>
          <a:p>
            <a:r>
              <a:rPr lang="en-IN" dirty="0">
                <a:latin typeface="+mj-lt"/>
                <a:cs typeface="Courier New"/>
              </a:rPr>
              <a:t>}</a:t>
            </a:r>
          </a:p>
          <a:p>
            <a:r>
              <a:rPr lang="en-IN" dirty="0">
                <a:latin typeface="+mj-lt"/>
                <a:cs typeface="Courier New"/>
              </a:rPr>
              <a:t>// invalid levels are rejected</a:t>
            </a:r>
          </a:p>
          <a:p>
            <a:pPr algn="ctr"/>
            <a:endParaRPr lang="en-IN" dirty="0">
              <a:solidFill>
                <a:srgbClr val="FF0000"/>
              </a:solidFill>
              <a:latin typeface="Copperplate Gothic Light" panose="020E0507020206020404" pitchFamily="34" charset="0"/>
            </a:endParaRPr>
          </a:p>
        </p:txBody>
      </p:sp>
      <p:sp>
        <p:nvSpPr>
          <p:cNvPr id="8" name="Rectangle 7">
            <a:extLst>
              <a:ext uri="{FF2B5EF4-FFF2-40B4-BE49-F238E27FC236}">
                <a16:creationId xmlns:a16="http://schemas.microsoft.com/office/drawing/2014/main" id="{465B5192-04FC-DA69-FCD6-0BA1111F949A}"/>
              </a:ext>
            </a:extLst>
          </p:cNvPr>
          <p:cNvSpPr/>
          <p:nvPr/>
        </p:nvSpPr>
        <p:spPr>
          <a:xfrm>
            <a:off x="838200" y="4170947"/>
            <a:ext cx="4887016" cy="255052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Static members &amp; constants</a:t>
            </a:r>
          </a:p>
          <a:p>
            <a:r>
              <a:rPr lang="en-IN" dirty="0"/>
              <a:t>Shared by the whole class, not one patient.</a:t>
            </a:r>
          </a:p>
          <a:p>
            <a:r>
              <a:rPr lang="en-IN" dirty="0">
                <a:latin typeface="+mj-lt"/>
                <a:cs typeface="Courier New"/>
              </a:rPr>
              <a:t>static int </a:t>
            </a:r>
            <a:r>
              <a:rPr lang="en-IN" dirty="0" err="1">
                <a:latin typeface="+mj-lt"/>
                <a:cs typeface="Courier New"/>
              </a:rPr>
              <a:t>totalPatients</a:t>
            </a:r>
            <a:r>
              <a:rPr lang="en-IN" dirty="0">
                <a:latin typeface="+mj-lt"/>
                <a:cs typeface="Courier New"/>
              </a:rPr>
              <a:t> = 0;</a:t>
            </a:r>
          </a:p>
          <a:p>
            <a:r>
              <a:rPr lang="en-IN" dirty="0">
                <a:latin typeface="+mj-lt"/>
                <a:cs typeface="Courier New"/>
              </a:rPr>
              <a:t>static final int MAX_LEVEL = 5;</a:t>
            </a:r>
          </a:p>
          <a:p>
            <a:r>
              <a:rPr lang="en-IN" dirty="0">
                <a:latin typeface="+mj-lt"/>
                <a:cs typeface="Courier New"/>
              </a:rPr>
              <a:t>static int </a:t>
            </a:r>
            <a:r>
              <a:rPr lang="en-IN" dirty="0" err="1">
                <a:latin typeface="+mj-lt"/>
                <a:cs typeface="Courier New"/>
              </a:rPr>
              <a:t>getTotal</a:t>
            </a:r>
            <a:r>
              <a:rPr lang="en-IN" dirty="0">
                <a:latin typeface="+mj-lt"/>
                <a:cs typeface="Courier New"/>
              </a:rPr>
              <a:t>() {</a:t>
            </a:r>
          </a:p>
          <a:p>
            <a:r>
              <a:rPr lang="en-IN" dirty="0">
                <a:latin typeface="+mj-lt"/>
                <a:cs typeface="Courier New"/>
              </a:rPr>
              <a:t>  return </a:t>
            </a:r>
            <a:r>
              <a:rPr lang="en-IN" dirty="0" err="1">
                <a:latin typeface="+mj-lt"/>
                <a:cs typeface="Courier New"/>
              </a:rPr>
              <a:t>totalPatients</a:t>
            </a:r>
            <a:r>
              <a:rPr lang="en-IN" dirty="0">
                <a:latin typeface="+mj-lt"/>
                <a:cs typeface="Courier New"/>
              </a:rPr>
              <a:t>;</a:t>
            </a:r>
          </a:p>
          <a:p>
            <a:r>
              <a:rPr lang="en-IN" dirty="0">
                <a:latin typeface="+mj-lt"/>
                <a:cs typeface="Courier New"/>
              </a:rPr>
              <a:t>}</a:t>
            </a:r>
          </a:p>
          <a:p>
            <a:r>
              <a:rPr lang="en-IN" dirty="0">
                <a:latin typeface="+mj-lt"/>
                <a:cs typeface="Courier New"/>
              </a:rPr>
              <a:t>// constructor: </a:t>
            </a:r>
            <a:r>
              <a:rPr lang="en-IN" dirty="0" err="1">
                <a:latin typeface="+mj-lt"/>
                <a:cs typeface="Courier New"/>
              </a:rPr>
              <a:t>totalPatients</a:t>
            </a:r>
            <a:r>
              <a:rPr lang="en-IN" dirty="0">
                <a:latin typeface="+mj-lt"/>
                <a:cs typeface="Courier New"/>
              </a:rPr>
              <a:t>++;</a:t>
            </a:r>
          </a:p>
          <a:p>
            <a:pPr algn="ctr"/>
            <a:endParaRPr lang="en-IN" dirty="0">
              <a:solidFill>
                <a:srgbClr val="FF0000"/>
              </a:solidFill>
              <a:latin typeface="Copperplate Gothic Light" panose="020E0507020206020404" pitchFamily="34" charset="0"/>
            </a:endParaRPr>
          </a:p>
        </p:txBody>
      </p:sp>
      <p:sp>
        <p:nvSpPr>
          <p:cNvPr id="9" name="Rectangle 8">
            <a:extLst>
              <a:ext uri="{FF2B5EF4-FFF2-40B4-BE49-F238E27FC236}">
                <a16:creationId xmlns:a16="http://schemas.microsoft.com/office/drawing/2014/main" id="{734CCE2B-AB0A-27AA-1112-566C76BC5DFB}"/>
              </a:ext>
            </a:extLst>
          </p:cNvPr>
          <p:cNvSpPr/>
          <p:nvPr/>
        </p:nvSpPr>
        <p:spPr>
          <a:xfrm>
            <a:off x="6096000" y="4190912"/>
            <a:ext cx="4887016" cy="2530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err="1">
                <a:solidFill>
                  <a:srgbClr val="FF0000"/>
                </a:solidFill>
                <a:latin typeface="Copperplate Gothic Light" panose="020E0507020206020404" pitchFamily="34" charset="0"/>
              </a:rPr>
              <a:t>toString</a:t>
            </a:r>
            <a:r>
              <a:rPr lang="en-IN" sz="2000" dirty="0">
                <a:solidFill>
                  <a:srgbClr val="FF0000"/>
                </a:solidFill>
                <a:latin typeface="Copperplate Gothic Light" panose="020E0507020206020404" pitchFamily="34" charset="0"/>
              </a:rPr>
              <a:t>() &amp; null references</a:t>
            </a:r>
          </a:p>
          <a:p>
            <a:r>
              <a:rPr lang="en-IN" dirty="0"/>
              <a:t>Readable output for reports and the queue.</a:t>
            </a:r>
          </a:p>
          <a:p>
            <a:r>
              <a:rPr lang="en-IN" dirty="0">
                <a:latin typeface="+mj-lt"/>
                <a:cs typeface="Courier New"/>
              </a:rPr>
              <a:t>@Override</a:t>
            </a:r>
          </a:p>
          <a:p>
            <a:r>
              <a:rPr lang="en-IN" dirty="0">
                <a:latin typeface="+mj-lt"/>
                <a:cs typeface="Courier New"/>
              </a:rPr>
              <a:t>public String </a:t>
            </a:r>
            <a:r>
              <a:rPr lang="en-IN" dirty="0" err="1">
                <a:latin typeface="+mj-lt"/>
                <a:cs typeface="Courier New"/>
              </a:rPr>
              <a:t>toString</a:t>
            </a:r>
            <a:r>
              <a:rPr lang="en-IN" dirty="0">
                <a:latin typeface="+mj-lt"/>
                <a:cs typeface="Courier New"/>
              </a:rPr>
              <a:t>() {</a:t>
            </a:r>
          </a:p>
          <a:p>
            <a:r>
              <a:rPr lang="en-IN" dirty="0">
                <a:latin typeface="+mj-lt"/>
                <a:cs typeface="Courier New"/>
              </a:rPr>
              <a:t>  return name + " (L" + level + ")";</a:t>
            </a:r>
          </a:p>
          <a:p>
            <a:r>
              <a:rPr lang="en-IN" dirty="0">
                <a:latin typeface="+mj-lt"/>
                <a:cs typeface="Courier New"/>
              </a:rPr>
              <a:t>}</a:t>
            </a:r>
          </a:p>
          <a:p>
            <a:r>
              <a:rPr lang="en-IN" dirty="0">
                <a:latin typeface="+mj-lt"/>
                <a:cs typeface="Courier New"/>
              </a:rPr>
              <a:t>Patient next = null;</a:t>
            </a:r>
          </a:p>
          <a:p>
            <a:r>
              <a:rPr lang="en-IN" dirty="0">
                <a:latin typeface="+mj-lt"/>
                <a:cs typeface="Courier New"/>
              </a:rPr>
              <a:t>if (next != null) print(next);</a:t>
            </a:r>
          </a:p>
          <a:p>
            <a:pPr algn="ctr"/>
            <a:endParaRPr lang="en-IN" dirty="0">
              <a:solidFill>
                <a:srgbClr val="FF0000"/>
              </a:solidFill>
              <a:latin typeface="Copperplate Gothic Light" panose="020E0507020206020404" pitchFamily="34" charset="0"/>
            </a:endParaRPr>
          </a:p>
        </p:txBody>
      </p:sp>
    </p:spTree>
    <p:extLst>
      <p:ext uri="{BB962C8B-B14F-4D97-AF65-F5344CB8AC3E}">
        <p14:creationId xmlns:p14="http://schemas.microsoft.com/office/powerpoint/2010/main" val="2870392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D38CE8-3C2C-4243-B28C-A3BBD851F3CC}"/>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F019CB29-2A2F-B83E-FF34-B50A80D7ECD8}"/>
              </a:ext>
            </a:extLst>
          </p:cNvPr>
          <p:cNvSpPr>
            <a:spLocks noGrp="1"/>
          </p:cNvSpPr>
          <p:nvPr>
            <p:ph type="sldNum" sz="quarter" idx="12"/>
          </p:nvPr>
        </p:nvSpPr>
        <p:spPr/>
        <p:txBody>
          <a:bodyPr/>
          <a:lstStyle/>
          <a:p>
            <a:fld id="{CB012AB6-14AF-4351-87AD-D420B05274E1}" type="slidenum">
              <a:rPr lang="en-IN" smtClean="0"/>
              <a:t>12</a:t>
            </a:fld>
            <a:endParaRPr lang="en-IN"/>
          </a:p>
        </p:txBody>
      </p:sp>
      <p:sp>
        <p:nvSpPr>
          <p:cNvPr id="5" name="TextBox 4">
            <a:extLst>
              <a:ext uri="{FF2B5EF4-FFF2-40B4-BE49-F238E27FC236}">
                <a16:creationId xmlns:a16="http://schemas.microsoft.com/office/drawing/2014/main" id="{7A81EA78-9C9D-3342-6058-693719CE17E0}"/>
              </a:ext>
            </a:extLst>
          </p:cNvPr>
          <p:cNvSpPr txBox="1"/>
          <p:nvPr/>
        </p:nvSpPr>
        <p:spPr>
          <a:xfrm>
            <a:off x="587542" y="697940"/>
            <a:ext cx="10728158" cy="769441"/>
          </a:xfrm>
          <a:prstGeom prst="rect">
            <a:avLst/>
          </a:prstGeom>
          <a:noFill/>
        </p:spPr>
        <p:txBody>
          <a:bodyPr wrap="square">
            <a:spAutoFit/>
          </a:bodyPr>
          <a:lstStyle/>
          <a:p>
            <a:pPr>
              <a:buNone/>
            </a:pPr>
            <a:r>
              <a:rPr lang="en-IN" sz="4400" dirty="0">
                <a:latin typeface="Sitka Heading Semibold" pitchFamily="2" charset="0"/>
              </a:rPr>
              <a:t>Module 4 (CO 4): Inheritance &amp; Exceptions</a:t>
            </a:r>
          </a:p>
        </p:txBody>
      </p:sp>
      <p:sp>
        <p:nvSpPr>
          <p:cNvPr id="6" name="Rectangle 5">
            <a:extLst>
              <a:ext uri="{FF2B5EF4-FFF2-40B4-BE49-F238E27FC236}">
                <a16:creationId xmlns:a16="http://schemas.microsoft.com/office/drawing/2014/main" id="{481D2B16-6600-ECDC-1B4D-69AF515C198E}"/>
              </a:ext>
            </a:extLst>
          </p:cNvPr>
          <p:cNvSpPr/>
          <p:nvPr/>
        </p:nvSpPr>
        <p:spPr>
          <a:xfrm>
            <a:off x="838200" y="1506205"/>
            <a:ext cx="4744453" cy="23742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Inheritance &amp; overriding</a:t>
            </a:r>
          </a:p>
          <a:p>
            <a:r>
              <a:rPr lang="en-IN" dirty="0" err="1"/>
              <a:t>CriticalPatient</a:t>
            </a:r>
            <a:r>
              <a:rPr lang="en-IN" dirty="0"/>
              <a:t> "is-a" Patient with extra rules</a:t>
            </a:r>
          </a:p>
          <a:p>
            <a:r>
              <a:rPr lang="en-IN" dirty="0">
                <a:latin typeface="+mj-lt"/>
                <a:cs typeface="Courier New"/>
              </a:rPr>
              <a:t>class </a:t>
            </a:r>
            <a:r>
              <a:rPr lang="en-IN" dirty="0" err="1">
                <a:latin typeface="+mj-lt"/>
                <a:cs typeface="Courier New"/>
              </a:rPr>
              <a:t>CriticalPatient</a:t>
            </a:r>
            <a:r>
              <a:rPr lang="en-IN" dirty="0">
                <a:latin typeface="+mj-lt"/>
                <a:cs typeface="Courier New"/>
              </a:rPr>
              <a:t> extends Patient {</a:t>
            </a:r>
          </a:p>
          <a:p>
            <a:r>
              <a:rPr lang="en-IN" dirty="0">
                <a:latin typeface="+mj-lt"/>
                <a:cs typeface="Courier New"/>
              </a:rPr>
              <a:t>  @Override</a:t>
            </a:r>
          </a:p>
          <a:p>
            <a:r>
              <a:rPr lang="en-IN" dirty="0">
                <a:latin typeface="+mj-lt"/>
                <a:cs typeface="Courier New"/>
              </a:rPr>
              <a:t>  public String </a:t>
            </a:r>
            <a:r>
              <a:rPr lang="en-IN" dirty="0" err="1">
                <a:latin typeface="+mj-lt"/>
                <a:cs typeface="Courier New"/>
              </a:rPr>
              <a:t>toString</a:t>
            </a:r>
            <a:r>
              <a:rPr lang="en-IN" dirty="0">
                <a:latin typeface="+mj-lt"/>
                <a:cs typeface="Courier New"/>
              </a:rPr>
              <a:t>() {</a:t>
            </a:r>
          </a:p>
          <a:p>
            <a:r>
              <a:rPr lang="en-IN" dirty="0">
                <a:latin typeface="+mj-lt"/>
                <a:cs typeface="Courier New"/>
              </a:rPr>
              <a:t>    return "URGENT: " + </a:t>
            </a:r>
            <a:r>
              <a:rPr lang="en-IN" dirty="0" err="1">
                <a:latin typeface="+mj-lt"/>
                <a:cs typeface="Courier New"/>
              </a:rPr>
              <a:t>super.toString</a:t>
            </a:r>
            <a:r>
              <a:rPr lang="en-IN" dirty="0">
                <a:latin typeface="+mj-lt"/>
                <a:cs typeface="Courier New"/>
              </a:rPr>
              <a:t>();</a:t>
            </a:r>
          </a:p>
          <a:p>
            <a:r>
              <a:rPr lang="en-IN" dirty="0">
                <a:latin typeface="+mj-lt"/>
                <a:cs typeface="Courier New"/>
              </a:rPr>
              <a:t>  }</a:t>
            </a:r>
          </a:p>
          <a:p>
            <a:r>
              <a:rPr lang="en-IN" dirty="0">
                <a:latin typeface="+mj-lt"/>
                <a:cs typeface="Courier New"/>
              </a:rPr>
              <a:t>}</a:t>
            </a:r>
            <a:endParaRPr lang="en-IN" dirty="0">
              <a:solidFill>
                <a:srgbClr val="FF0000"/>
              </a:solidFill>
              <a:latin typeface="+mj-lt"/>
            </a:endParaRPr>
          </a:p>
        </p:txBody>
      </p:sp>
      <p:sp>
        <p:nvSpPr>
          <p:cNvPr id="7" name="Rectangle 6">
            <a:extLst>
              <a:ext uri="{FF2B5EF4-FFF2-40B4-BE49-F238E27FC236}">
                <a16:creationId xmlns:a16="http://schemas.microsoft.com/office/drawing/2014/main" id="{2CA0FF9C-C2A6-E64F-5799-02468674700F}"/>
              </a:ext>
            </a:extLst>
          </p:cNvPr>
          <p:cNvSpPr/>
          <p:nvPr/>
        </p:nvSpPr>
        <p:spPr>
          <a:xfrm>
            <a:off x="5951620" y="1506205"/>
            <a:ext cx="4744453" cy="237423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Interface</a:t>
            </a:r>
          </a:p>
          <a:p>
            <a:r>
              <a:rPr lang="en-IN" dirty="0"/>
              <a:t>Programming to an interface, not a class.</a:t>
            </a:r>
          </a:p>
          <a:p>
            <a:r>
              <a:rPr lang="en-IN" dirty="0">
                <a:latin typeface="+mj-lt"/>
                <a:cs typeface="Courier New"/>
              </a:rPr>
              <a:t>interface </a:t>
            </a:r>
            <a:r>
              <a:rPr lang="en-IN" dirty="0" err="1">
                <a:latin typeface="+mj-lt"/>
                <a:cs typeface="Courier New"/>
              </a:rPr>
              <a:t>Triageable</a:t>
            </a:r>
            <a:r>
              <a:rPr lang="en-IN" dirty="0">
                <a:latin typeface="+mj-lt"/>
                <a:cs typeface="Courier New"/>
              </a:rPr>
              <a:t> {</a:t>
            </a:r>
          </a:p>
          <a:p>
            <a:r>
              <a:rPr lang="en-IN" dirty="0">
                <a:latin typeface="+mj-lt"/>
                <a:cs typeface="Courier New"/>
              </a:rPr>
              <a:t>  int </a:t>
            </a:r>
            <a:r>
              <a:rPr lang="en-IN" dirty="0" err="1">
                <a:latin typeface="+mj-lt"/>
                <a:cs typeface="Courier New"/>
              </a:rPr>
              <a:t>calcScore</a:t>
            </a:r>
            <a:r>
              <a:rPr lang="en-IN" dirty="0">
                <a:latin typeface="+mj-lt"/>
                <a:cs typeface="Courier New"/>
              </a:rPr>
              <a:t>();</a:t>
            </a:r>
          </a:p>
          <a:p>
            <a:r>
              <a:rPr lang="en-IN" dirty="0">
                <a:latin typeface="+mj-lt"/>
                <a:cs typeface="Courier New"/>
              </a:rPr>
              <a:t>}</a:t>
            </a:r>
          </a:p>
          <a:p>
            <a:r>
              <a:rPr lang="en-IN" dirty="0">
                <a:latin typeface="+mj-lt"/>
                <a:cs typeface="Courier New"/>
              </a:rPr>
              <a:t>class Patient implements </a:t>
            </a:r>
            <a:r>
              <a:rPr lang="en-IN" dirty="0" err="1">
                <a:latin typeface="+mj-lt"/>
                <a:cs typeface="Courier New"/>
              </a:rPr>
              <a:t>Triageable</a:t>
            </a:r>
            <a:r>
              <a:rPr lang="en-IN" dirty="0">
                <a:latin typeface="+mj-lt"/>
                <a:cs typeface="Courier New"/>
              </a:rPr>
              <a:t> { }</a:t>
            </a:r>
          </a:p>
          <a:p>
            <a:r>
              <a:rPr lang="en-IN" dirty="0" err="1">
                <a:latin typeface="+mj-lt"/>
                <a:cs typeface="Courier New"/>
              </a:rPr>
              <a:t>Triageable</a:t>
            </a:r>
            <a:r>
              <a:rPr lang="en-IN" dirty="0">
                <a:latin typeface="+mj-lt"/>
                <a:cs typeface="Courier New"/>
              </a:rPr>
              <a:t> t = new </a:t>
            </a:r>
            <a:r>
              <a:rPr lang="en-IN" dirty="0" err="1">
                <a:latin typeface="+mj-lt"/>
                <a:cs typeface="Courier New"/>
              </a:rPr>
              <a:t>CriticalPatient</a:t>
            </a:r>
            <a:r>
              <a:rPr lang="en-IN" dirty="0">
                <a:latin typeface="+mj-lt"/>
                <a:cs typeface="Courier New"/>
              </a:rPr>
              <a:t>(..);</a:t>
            </a:r>
          </a:p>
          <a:p>
            <a:pPr algn="ctr"/>
            <a:endParaRPr lang="en-IN" dirty="0">
              <a:solidFill>
                <a:srgbClr val="FF0000"/>
              </a:solidFill>
              <a:latin typeface="Copperplate Gothic Light" panose="020E0507020206020404" pitchFamily="34" charset="0"/>
            </a:endParaRPr>
          </a:p>
        </p:txBody>
      </p:sp>
      <p:sp>
        <p:nvSpPr>
          <p:cNvPr id="8" name="Rectangle 7">
            <a:extLst>
              <a:ext uri="{FF2B5EF4-FFF2-40B4-BE49-F238E27FC236}">
                <a16:creationId xmlns:a16="http://schemas.microsoft.com/office/drawing/2014/main" id="{AE5A914C-621B-02C6-B7A8-70448DE0CC77}"/>
              </a:ext>
            </a:extLst>
          </p:cNvPr>
          <p:cNvSpPr/>
          <p:nvPr/>
        </p:nvSpPr>
        <p:spPr>
          <a:xfrm>
            <a:off x="838200" y="3982117"/>
            <a:ext cx="4744452" cy="25567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try-catch-finally &amp; multi-catch</a:t>
            </a:r>
          </a:p>
          <a:p>
            <a:r>
              <a:rPr lang="en-IN" dirty="0"/>
              <a:t>Bad input must not crash the ER system.</a:t>
            </a:r>
          </a:p>
          <a:p>
            <a:r>
              <a:rPr lang="en-IN" dirty="0">
                <a:latin typeface="+mj-lt"/>
                <a:cs typeface="Courier New"/>
              </a:rPr>
              <a:t>try { hr = </a:t>
            </a:r>
            <a:r>
              <a:rPr lang="en-IN" dirty="0" err="1">
                <a:latin typeface="+mj-lt"/>
                <a:cs typeface="Courier New"/>
              </a:rPr>
              <a:t>Integer.parseInt</a:t>
            </a:r>
            <a:r>
              <a:rPr lang="en-IN" dirty="0">
                <a:latin typeface="+mj-lt"/>
                <a:cs typeface="Courier New"/>
              </a:rPr>
              <a:t>(s); }</a:t>
            </a:r>
          </a:p>
          <a:p>
            <a:r>
              <a:rPr lang="en-IN" dirty="0">
                <a:latin typeface="+mj-lt"/>
                <a:cs typeface="Courier New"/>
              </a:rPr>
              <a:t>catch (</a:t>
            </a:r>
            <a:r>
              <a:rPr lang="en-IN" dirty="0" err="1">
                <a:latin typeface="+mj-lt"/>
                <a:cs typeface="Courier New"/>
              </a:rPr>
              <a:t>NumberFormatException</a:t>
            </a:r>
            <a:r>
              <a:rPr lang="en-IN" dirty="0">
                <a:latin typeface="+mj-lt"/>
                <a:cs typeface="Courier New"/>
              </a:rPr>
              <a:t> |</a:t>
            </a:r>
          </a:p>
          <a:p>
            <a:r>
              <a:rPr lang="en-IN" dirty="0">
                <a:latin typeface="+mj-lt"/>
                <a:cs typeface="Courier New"/>
              </a:rPr>
              <a:t>       </a:t>
            </a:r>
            <a:r>
              <a:rPr lang="en-IN" dirty="0" err="1">
                <a:latin typeface="+mj-lt"/>
                <a:cs typeface="Courier New"/>
              </a:rPr>
              <a:t>NullPointerException</a:t>
            </a:r>
            <a:r>
              <a:rPr lang="en-IN" dirty="0">
                <a:latin typeface="+mj-lt"/>
                <a:cs typeface="Courier New"/>
              </a:rPr>
              <a:t> ex) {</a:t>
            </a:r>
          </a:p>
          <a:p>
            <a:r>
              <a:rPr lang="en-IN" dirty="0">
                <a:latin typeface="+mj-lt"/>
                <a:cs typeface="Courier New"/>
              </a:rPr>
              <a:t>  </a:t>
            </a:r>
            <a:r>
              <a:rPr lang="en-IN" dirty="0" err="1">
                <a:latin typeface="+mj-lt"/>
                <a:cs typeface="Courier New"/>
              </a:rPr>
              <a:t>System.out.println</a:t>
            </a:r>
            <a:r>
              <a:rPr lang="en-IN" dirty="0">
                <a:latin typeface="+mj-lt"/>
                <a:cs typeface="Courier New"/>
              </a:rPr>
              <a:t>("Invalid input");</a:t>
            </a:r>
          </a:p>
          <a:p>
            <a:r>
              <a:rPr lang="en-IN" dirty="0">
                <a:latin typeface="+mj-lt"/>
                <a:cs typeface="Courier New"/>
              </a:rPr>
              <a:t>} finally { </a:t>
            </a:r>
            <a:r>
              <a:rPr lang="en-IN" dirty="0" err="1">
                <a:latin typeface="+mj-lt"/>
                <a:cs typeface="Courier New"/>
              </a:rPr>
              <a:t>System.out.println</a:t>
            </a:r>
            <a:r>
              <a:rPr lang="en-IN" dirty="0">
                <a:latin typeface="+mj-lt"/>
                <a:cs typeface="Courier New"/>
              </a:rPr>
              <a:t>("Done"); }</a:t>
            </a:r>
          </a:p>
          <a:p>
            <a:pPr algn="ctr"/>
            <a:endParaRPr lang="en-IN" dirty="0">
              <a:solidFill>
                <a:srgbClr val="FF0000"/>
              </a:solidFill>
              <a:latin typeface="Copperplate Gothic Light" panose="020E0507020206020404" pitchFamily="34" charset="0"/>
            </a:endParaRPr>
          </a:p>
          <a:p>
            <a:pPr algn="ctr"/>
            <a:endParaRPr lang="en-IN" dirty="0"/>
          </a:p>
        </p:txBody>
      </p:sp>
      <p:sp>
        <p:nvSpPr>
          <p:cNvPr id="9" name="Rectangle 8">
            <a:extLst>
              <a:ext uri="{FF2B5EF4-FFF2-40B4-BE49-F238E27FC236}">
                <a16:creationId xmlns:a16="http://schemas.microsoft.com/office/drawing/2014/main" id="{E907255E-B709-2C8E-E10C-C433AADF62D0}"/>
              </a:ext>
            </a:extLst>
          </p:cNvPr>
          <p:cNvSpPr/>
          <p:nvPr/>
        </p:nvSpPr>
        <p:spPr>
          <a:xfrm>
            <a:off x="5951621" y="3982117"/>
            <a:ext cx="4744452" cy="255679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Throw &amp; throws</a:t>
            </a:r>
          </a:p>
          <a:p>
            <a:r>
              <a:rPr lang="en-IN" dirty="0"/>
              <a:t>Checked vs unchecked exceptions</a:t>
            </a:r>
          </a:p>
          <a:p>
            <a:r>
              <a:rPr lang="en-IN" dirty="0">
                <a:latin typeface="+mj-lt"/>
                <a:cs typeface="Courier New"/>
              </a:rPr>
              <a:t>static void check(int hr)</a:t>
            </a:r>
          </a:p>
          <a:p>
            <a:r>
              <a:rPr lang="en-IN" dirty="0">
                <a:latin typeface="+mj-lt"/>
                <a:cs typeface="Courier New"/>
              </a:rPr>
              <a:t>    throws </a:t>
            </a:r>
            <a:r>
              <a:rPr lang="en-IN" dirty="0" err="1">
                <a:latin typeface="+mj-lt"/>
                <a:cs typeface="Courier New"/>
              </a:rPr>
              <a:t>InvalidVitalsException</a:t>
            </a:r>
            <a:r>
              <a:rPr lang="en-IN" dirty="0">
                <a:latin typeface="+mj-lt"/>
                <a:cs typeface="Courier New"/>
              </a:rPr>
              <a:t> {</a:t>
            </a:r>
          </a:p>
          <a:p>
            <a:r>
              <a:rPr lang="en-IN" dirty="0">
                <a:latin typeface="+mj-lt"/>
                <a:cs typeface="Courier New"/>
              </a:rPr>
              <a:t>  if (hr &lt; 20 || hr &gt; 250)</a:t>
            </a:r>
          </a:p>
          <a:p>
            <a:r>
              <a:rPr lang="en-IN" dirty="0">
                <a:latin typeface="+mj-lt"/>
                <a:cs typeface="Courier New"/>
              </a:rPr>
              <a:t>    throw new </a:t>
            </a:r>
            <a:r>
              <a:rPr lang="en-IN" dirty="0" err="1">
                <a:latin typeface="+mj-lt"/>
                <a:cs typeface="Courier New"/>
              </a:rPr>
              <a:t>InvalidVitalsException</a:t>
            </a:r>
            <a:r>
              <a:rPr lang="en-IN" dirty="0">
                <a:latin typeface="+mj-lt"/>
                <a:cs typeface="Courier New"/>
              </a:rPr>
              <a:t>("HR");</a:t>
            </a:r>
          </a:p>
          <a:p>
            <a:r>
              <a:rPr lang="en-IN" dirty="0">
                <a:latin typeface="+mj-lt"/>
                <a:cs typeface="Courier New"/>
              </a:rPr>
              <a:t>}</a:t>
            </a:r>
          </a:p>
          <a:p>
            <a:r>
              <a:rPr lang="en-IN" dirty="0">
                <a:latin typeface="+mj-lt"/>
                <a:cs typeface="Courier New"/>
              </a:rPr>
              <a:t>// unchecked: </a:t>
            </a:r>
            <a:r>
              <a:rPr lang="en-IN" dirty="0" err="1">
                <a:latin typeface="+mj-lt"/>
                <a:cs typeface="Courier New"/>
              </a:rPr>
              <a:t>ArithmeticException</a:t>
            </a:r>
            <a:endParaRPr lang="en-IN" dirty="0">
              <a:latin typeface="+mj-lt"/>
              <a:cs typeface="Courier New"/>
            </a:endParaRPr>
          </a:p>
          <a:p>
            <a:pPr algn="ctr"/>
            <a:endParaRPr lang="en-IN" dirty="0">
              <a:solidFill>
                <a:srgbClr val="FF0000"/>
              </a:solidFill>
              <a:latin typeface="Copperplate Gothic Light" panose="020E0507020206020404" pitchFamily="34" charset="0"/>
            </a:endParaRPr>
          </a:p>
        </p:txBody>
      </p:sp>
    </p:spTree>
    <p:extLst>
      <p:ext uri="{BB962C8B-B14F-4D97-AF65-F5344CB8AC3E}">
        <p14:creationId xmlns:p14="http://schemas.microsoft.com/office/powerpoint/2010/main" val="3421934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262375-EF98-AAFC-2A3D-3DE479729554}"/>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32C271E6-01DC-65FC-715F-41281D6D7B79}"/>
              </a:ext>
            </a:extLst>
          </p:cNvPr>
          <p:cNvSpPr>
            <a:spLocks noGrp="1"/>
          </p:cNvSpPr>
          <p:nvPr>
            <p:ph type="sldNum" sz="quarter" idx="12"/>
          </p:nvPr>
        </p:nvSpPr>
        <p:spPr/>
        <p:txBody>
          <a:bodyPr/>
          <a:lstStyle/>
          <a:p>
            <a:fld id="{CB012AB6-14AF-4351-87AD-D420B05274E1}" type="slidenum">
              <a:rPr lang="en-IN" smtClean="0"/>
              <a:t>13</a:t>
            </a:fld>
            <a:endParaRPr lang="en-IN"/>
          </a:p>
        </p:txBody>
      </p:sp>
      <p:sp>
        <p:nvSpPr>
          <p:cNvPr id="4" name="TextBox 3">
            <a:extLst>
              <a:ext uri="{FF2B5EF4-FFF2-40B4-BE49-F238E27FC236}">
                <a16:creationId xmlns:a16="http://schemas.microsoft.com/office/drawing/2014/main" id="{E022B461-7FDC-4EAD-5647-BF0B9DDCA3F9}"/>
              </a:ext>
            </a:extLst>
          </p:cNvPr>
          <p:cNvSpPr txBox="1"/>
          <p:nvPr/>
        </p:nvSpPr>
        <p:spPr>
          <a:xfrm>
            <a:off x="1030706" y="689811"/>
            <a:ext cx="10343147" cy="1494676"/>
          </a:xfrm>
          <a:prstGeom prst="rect">
            <a:avLst/>
          </a:prstGeom>
          <a:noFill/>
        </p:spPr>
        <p:txBody>
          <a:bodyPr wrap="square" rtlCol="0">
            <a:spAutoFit/>
          </a:bodyPr>
          <a:lstStyle/>
          <a:p>
            <a:r>
              <a:rPr lang="en-IN" sz="4400" dirty="0">
                <a:latin typeface="Sitka Heading Semibold" pitchFamily="2" charset="0"/>
              </a:rPr>
              <a:t>Module 5 (CO 5): Strings</a:t>
            </a:r>
          </a:p>
          <a:p>
            <a:endParaRPr lang="en-IN" sz="4400" dirty="0"/>
          </a:p>
        </p:txBody>
      </p:sp>
      <p:sp>
        <p:nvSpPr>
          <p:cNvPr id="5" name="Rectangle 4">
            <a:extLst>
              <a:ext uri="{FF2B5EF4-FFF2-40B4-BE49-F238E27FC236}">
                <a16:creationId xmlns:a16="http://schemas.microsoft.com/office/drawing/2014/main" id="{2AA97A16-94BD-0F95-06FF-6C7E4857F917}"/>
              </a:ext>
            </a:extLst>
          </p:cNvPr>
          <p:cNvSpPr/>
          <p:nvPr/>
        </p:nvSpPr>
        <p:spPr>
          <a:xfrm>
            <a:off x="994611" y="1588168"/>
            <a:ext cx="4860757" cy="247692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Core String operations</a:t>
            </a:r>
          </a:p>
          <a:p>
            <a:r>
              <a:rPr lang="en-IN" dirty="0"/>
              <a:t>Strings are immutable; a new String is returned.</a:t>
            </a:r>
          </a:p>
          <a:p>
            <a:r>
              <a:rPr lang="en-IN" dirty="0">
                <a:latin typeface="+mj-lt"/>
                <a:cs typeface="Courier New"/>
              </a:rPr>
              <a:t>String n = "  </a:t>
            </a:r>
            <a:r>
              <a:rPr lang="en-IN" dirty="0" err="1">
                <a:latin typeface="+mj-lt"/>
                <a:cs typeface="Courier New"/>
              </a:rPr>
              <a:t>asha</a:t>
            </a:r>
            <a:r>
              <a:rPr lang="en-IN" dirty="0">
                <a:latin typeface="+mj-lt"/>
                <a:cs typeface="Courier New"/>
              </a:rPr>
              <a:t> </a:t>
            </a:r>
            <a:r>
              <a:rPr lang="en-IN" dirty="0" err="1">
                <a:latin typeface="+mj-lt"/>
                <a:cs typeface="Courier New"/>
              </a:rPr>
              <a:t>rao</a:t>
            </a:r>
            <a:r>
              <a:rPr lang="en-IN" dirty="0">
                <a:latin typeface="+mj-lt"/>
                <a:cs typeface="Courier New"/>
              </a:rPr>
              <a:t> ".trim();</a:t>
            </a:r>
          </a:p>
          <a:p>
            <a:r>
              <a:rPr lang="en-IN" dirty="0" err="1">
                <a:latin typeface="+mj-lt"/>
                <a:cs typeface="Courier New"/>
              </a:rPr>
              <a:t>n.length</a:t>
            </a:r>
            <a:r>
              <a:rPr lang="en-IN" dirty="0">
                <a:latin typeface="+mj-lt"/>
                <a:cs typeface="Courier New"/>
              </a:rPr>
              <a:t>();  </a:t>
            </a:r>
            <a:r>
              <a:rPr lang="en-IN" dirty="0" err="1">
                <a:latin typeface="+mj-lt"/>
                <a:cs typeface="Courier New"/>
              </a:rPr>
              <a:t>n.charAt</a:t>
            </a:r>
            <a:r>
              <a:rPr lang="en-IN" dirty="0">
                <a:latin typeface="+mj-lt"/>
                <a:cs typeface="Courier New"/>
              </a:rPr>
              <a:t>(0);</a:t>
            </a:r>
          </a:p>
          <a:p>
            <a:r>
              <a:rPr lang="en-IN" dirty="0" err="1">
                <a:latin typeface="+mj-lt"/>
                <a:cs typeface="Courier New"/>
              </a:rPr>
              <a:t>n.substring</a:t>
            </a:r>
            <a:r>
              <a:rPr lang="en-IN" dirty="0">
                <a:latin typeface="+mj-lt"/>
                <a:cs typeface="Courier New"/>
              </a:rPr>
              <a:t>(0, 4);</a:t>
            </a:r>
          </a:p>
          <a:p>
            <a:r>
              <a:rPr lang="en-IN" dirty="0" err="1">
                <a:latin typeface="+mj-lt"/>
                <a:cs typeface="Courier New"/>
              </a:rPr>
              <a:t>n.toUpperCase</a:t>
            </a:r>
            <a:r>
              <a:rPr lang="en-IN" dirty="0">
                <a:latin typeface="+mj-lt"/>
                <a:cs typeface="Courier New"/>
              </a:rPr>
              <a:t>();</a:t>
            </a:r>
          </a:p>
          <a:p>
            <a:r>
              <a:rPr lang="en-IN" dirty="0" err="1">
                <a:latin typeface="+mj-lt"/>
                <a:cs typeface="Courier New"/>
              </a:rPr>
              <a:t>n.contains</a:t>
            </a:r>
            <a:r>
              <a:rPr lang="en-IN" dirty="0">
                <a:latin typeface="+mj-lt"/>
                <a:cs typeface="Courier New"/>
              </a:rPr>
              <a:t>("</a:t>
            </a:r>
            <a:r>
              <a:rPr lang="en-IN" dirty="0" err="1">
                <a:latin typeface="+mj-lt"/>
                <a:cs typeface="Courier New"/>
              </a:rPr>
              <a:t>rao</a:t>
            </a:r>
            <a:r>
              <a:rPr lang="en-IN" dirty="0">
                <a:latin typeface="+mj-lt"/>
                <a:cs typeface="Courier New"/>
              </a:rPr>
              <a:t>");  </a:t>
            </a:r>
            <a:r>
              <a:rPr lang="en-IN" dirty="0" err="1">
                <a:latin typeface="+mj-lt"/>
                <a:cs typeface="Courier New"/>
              </a:rPr>
              <a:t>n.indexOf</a:t>
            </a:r>
            <a:r>
              <a:rPr lang="en-IN" dirty="0">
                <a:latin typeface="+mj-lt"/>
                <a:cs typeface="Courier New"/>
              </a:rPr>
              <a:t>('r');</a:t>
            </a:r>
          </a:p>
          <a:p>
            <a:pPr algn="ctr"/>
            <a:endParaRPr lang="en-IN" dirty="0">
              <a:solidFill>
                <a:srgbClr val="FF0000"/>
              </a:solidFill>
              <a:latin typeface="Copperplate Gothic Light" panose="020E0507020206020404" pitchFamily="34" charset="0"/>
            </a:endParaRPr>
          </a:p>
        </p:txBody>
      </p:sp>
      <p:sp>
        <p:nvSpPr>
          <p:cNvPr id="6" name="Rectangle 5">
            <a:extLst>
              <a:ext uri="{FF2B5EF4-FFF2-40B4-BE49-F238E27FC236}">
                <a16:creationId xmlns:a16="http://schemas.microsoft.com/office/drawing/2014/main" id="{D72E8F7E-646A-F525-5164-AB64276EB501}"/>
              </a:ext>
            </a:extLst>
          </p:cNvPr>
          <p:cNvSpPr/>
          <p:nvPr/>
        </p:nvSpPr>
        <p:spPr>
          <a:xfrm>
            <a:off x="6513094" y="1588168"/>
            <a:ext cx="4896854" cy="247692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Equals() vs ==</a:t>
            </a:r>
          </a:p>
          <a:p>
            <a:r>
              <a:rPr lang="en-IN" dirty="0"/>
              <a:t>Compare values, never references.</a:t>
            </a:r>
          </a:p>
          <a:p>
            <a:r>
              <a:rPr lang="en-IN" dirty="0">
                <a:latin typeface="+mj-lt"/>
                <a:cs typeface="Courier New"/>
              </a:rPr>
              <a:t>String a = "Asha";</a:t>
            </a:r>
          </a:p>
          <a:p>
            <a:r>
              <a:rPr lang="en-IN" dirty="0">
                <a:latin typeface="+mj-lt"/>
                <a:cs typeface="Courier New"/>
              </a:rPr>
              <a:t>String b = new String("Asha");</a:t>
            </a:r>
          </a:p>
          <a:p>
            <a:r>
              <a:rPr lang="en-IN" dirty="0">
                <a:latin typeface="+mj-lt"/>
                <a:cs typeface="Courier New"/>
              </a:rPr>
              <a:t>a == b;        // false (reference)</a:t>
            </a:r>
          </a:p>
          <a:p>
            <a:r>
              <a:rPr lang="en-IN" dirty="0" err="1">
                <a:latin typeface="+mj-lt"/>
                <a:cs typeface="Courier New"/>
              </a:rPr>
              <a:t>a.equals</a:t>
            </a:r>
            <a:r>
              <a:rPr lang="en-IN" dirty="0">
                <a:latin typeface="+mj-lt"/>
                <a:cs typeface="Courier New"/>
              </a:rPr>
              <a:t>(b);   // true  (value)</a:t>
            </a:r>
          </a:p>
          <a:p>
            <a:r>
              <a:rPr lang="en-IN" dirty="0" err="1">
                <a:latin typeface="+mj-lt"/>
                <a:cs typeface="Courier New"/>
              </a:rPr>
              <a:t>a.equalsIgnoreCase</a:t>
            </a:r>
            <a:r>
              <a:rPr lang="en-IN" dirty="0">
                <a:latin typeface="+mj-lt"/>
                <a:cs typeface="Courier New"/>
              </a:rPr>
              <a:t>("ASHA");  // true</a:t>
            </a:r>
          </a:p>
          <a:p>
            <a:pPr algn="ctr"/>
            <a:endParaRPr lang="en-IN" dirty="0">
              <a:solidFill>
                <a:srgbClr val="FF0000"/>
              </a:solidFill>
              <a:latin typeface="Copperplate Gothic Light" panose="020E0507020206020404" pitchFamily="34" charset="0"/>
            </a:endParaRPr>
          </a:p>
        </p:txBody>
      </p:sp>
      <p:sp>
        <p:nvSpPr>
          <p:cNvPr id="7" name="Rectangle 6">
            <a:extLst>
              <a:ext uri="{FF2B5EF4-FFF2-40B4-BE49-F238E27FC236}">
                <a16:creationId xmlns:a16="http://schemas.microsoft.com/office/drawing/2014/main" id="{37A387C6-CC60-0DBB-2031-CD05DB965908}"/>
              </a:ext>
            </a:extLst>
          </p:cNvPr>
          <p:cNvSpPr/>
          <p:nvPr/>
        </p:nvSpPr>
        <p:spPr>
          <a:xfrm>
            <a:off x="994611" y="4244554"/>
            <a:ext cx="4860757" cy="247692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StringBuilder</a:t>
            </a:r>
          </a:p>
          <a:p>
            <a:r>
              <a:rPr lang="en-IN" dirty="0"/>
              <a:t>Mutable text for building the triage report.</a:t>
            </a:r>
          </a:p>
          <a:p>
            <a:r>
              <a:rPr lang="en-IN" dirty="0">
                <a:latin typeface="+mj-lt"/>
                <a:cs typeface="Courier New"/>
              </a:rPr>
              <a:t>StringBuilder </a:t>
            </a:r>
            <a:r>
              <a:rPr lang="en-IN" dirty="0" err="1">
                <a:latin typeface="+mj-lt"/>
                <a:cs typeface="Courier New"/>
              </a:rPr>
              <a:t>sb</a:t>
            </a:r>
            <a:r>
              <a:rPr lang="en-IN" dirty="0">
                <a:latin typeface="+mj-lt"/>
                <a:cs typeface="Courier New"/>
              </a:rPr>
              <a:t> = new StringBuilder();</a:t>
            </a:r>
          </a:p>
          <a:p>
            <a:r>
              <a:rPr lang="en-IN" dirty="0" err="1">
                <a:latin typeface="+mj-lt"/>
                <a:cs typeface="Courier New"/>
              </a:rPr>
              <a:t>sb.append</a:t>
            </a:r>
            <a:r>
              <a:rPr lang="en-IN" dirty="0">
                <a:latin typeface="+mj-lt"/>
                <a:cs typeface="Courier New"/>
              </a:rPr>
              <a:t>(name).append(" L").append(level);</a:t>
            </a:r>
          </a:p>
          <a:p>
            <a:r>
              <a:rPr lang="en-IN" dirty="0" err="1">
                <a:latin typeface="+mj-lt"/>
                <a:cs typeface="Courier New"/>
              </a:rPr>
              <a:t>sb.append</a:t>
            </a:r>
            <a:r>
              <a:rPr lang="en-IN" dirty="0">
                <a:latin typeface="+mj-lt"/>
                <a:cs typeface="Courier New"/>
              </a:rPr>
              <a:t>('\n');</a:t>
            </a:r>
          </a:p>
          <a:p>
            <a:r>
              <a:rPr lang="en-IN" dirty="0" err="1">
                <a:latin typeface="+mj-lt"/>
                <a:cs typeface="Courier New"/>
              </a:rPr>
              <a:t>sb.insert</a:t>
            </a:r>
            <a:r>
              <a:rPr lang="en-IN" dirty="0">
                <a:latin typeface="+mj-lt"/>
                <a:cs typeface="Courier New"/>
              </a:rPr>
              <a:t>(0, "&gt; ");</a:t>
            </a:r>
          </a:p>
          <a:p>
            <a:r>
              <a:rPr lang="en-IN" dirty="0">
                <a:latin typeface="+mj-lt"/>
                <a:cs typeface="Courier New"/>
              </a:rPr>
              <a:t>String report = </a:t>
            </a:r>
            <a:r>
              <a:rPr lang="en-IN" dirty="0" err="1">
                <a:latin typeface="+mj-lt"/>
                <a:cs typeface="Courier New"/>
              </a:rPr>
              <a:t>sb.toString</a:t>
            </a:r>
            <a:r>
              <a:rPr lang="en-IN" dirty="0">
                <a:latin typeface="+mj-lt"/>
                <a:cs typeface="Courier New"/>
              </a:rPr>
              <a:t>();</a:t>
            </a:r>
          </a:p>
          <a:p>
            <a:pPr algn="ctr"/>
            <a:endParaRPr lang="en-IN" dirty="0">
              <a:solidFill>
                <a:srgbClr val="FF0000"/>
              </a:solidFill>
              <a:latin typeface="Copperplate Gothic Light" panose="020E0507020206020404" pitchFamily="34" charset="0"/>
            </a:endParaRPr>
          </a:p>
        </p:txBody>
      </p:sp>
      <p:sp>
        <p:nvSpPr>
          <p:cNvPr id="8" name="Rectangle 7">
            <a:extLst>
              <a:ext uri="{FF2B5EF4-FFF2-40B4-BE49-F238E27FC236}">
                <a16:creationId xmlns:a16="http://schemas.microsoft.com/office/drawing/2014/main" id="{6F733CA5-FBF6-7726-AA6C-9784BD1F31FF}"/>
              </a:ext>
            </a:extLst>
          </p:cNvPr>
          <p:cNvSpPr/>
          <p:nvPr/>
        </p:nvSpPr>
        <p:spPr>
          <a:xfrm>
            <a:off x="6513094" y="4244553"/>
            <a:ext cx="4896854" cy="247692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Split(), join() &amp; validation</a:t>
            </a:r>
          </a:p>
          <a:p>
            <a:r>
              <a:rPr lang="en-IN" dirty="0"/>
              <a:t>Parse a record line into fields</a:t>
            </a:r>
          </a:p>
          <a:p>
            <a:r>
              <a:rPr lang="en-IN" dirty="0">
                <a:latin typeface="+mj-lt"/>
                <a:cs typeface="Courier New"/>
              </a:rPr>
              <a:t>String line = "Asha,34,118,92,38.6";</a:t>
            </a:r>
          </a:p>
          <a:p>
            <a:r>
              <a:rPr lang="en-IN" dirty="0">
                <a:latin typeface="+mj-lt"/>
                <a:cs typeface="Courier New"/>
              </a:rPr>
              <a:t>String[] f = </a:t>
            </a:r>
            <a:r>
              <a:rPr lang="en-IN" dirty="0" err="1">
                <a:latin typeface="+mj-lt"/>
                <a:cs typeface="Courier New"/>
              </a:rPr>
              <a:t>line.split</a:t>
            </a:r>
            <a:r>
              <a:rPr lang="en-IN" dirty="0">
                <a:latin typeface="+mj-lt"/>
                <a:cs typeface="Courier New"/>
              </a:rPr>
              <a:t>(",");</a:t>
            </a:r>
          </a:p>
          <a:p>
            <a:r>
              <a:rPr lang="en-IN" dirty="0">
                <a:latin typeface="+mj-lt"/>
                <a:cs typeface="Courier New"/>
              </a:rPr>
              <a:t>int age = </a:t>
            </a:r>
            <a:r>
              <a:rPr lang="en-IN" dirty="0" err="1">
                <a:latin typeface="+mj-lt"/>
                <a:cs typeface="Courier New"/>
              </a:rPr>
              <a:t>Integer.parseInt</a:t>
            </a:r>
            <a:r>
              <a:rPr lang="en-IN" dirty="0">
                <a:latin typeface="+mj-lt"/>
                <a:cs typeface="Courier New"/>
              </a:rPr>
              <a:t>(f[1].trim());</a:t>
            </a:r>
          </a:p>
          <a:p>
            <a:r>
              <a:rPr lang="en-IN" dirty="0">
                <a:latin typeface="+mj-lt"/>
                <a:cs typeface="Courier New"/>
              </a:rPr>
              <a:t>if (</a:t>
            </a:r>
            <a:r>
              <a:rPr lang="en-IN" dirty="0" err="1">
                <a:latin typeface="+mj-lt"/>
                <a:cs typeface="Courier New"/>
              </a:rPr>
              <a:t>f.length</a:t>
            </a:r>
            <a:r>
              <a:rPr lang="en-IN" dirty="0">
                <a:latin typeface="+mj-lt"/>
                <a:cs typeface="Courier New"/>
              </a:rPr>
              <a:t> != 5) { /* malformed */ }</a:t>
            </a:r>
          </a:p>
          <a:p>
            <a:r>
              <a:rPr lang="en-IN" dirty="0">
                <a:latin typeface="+mj-lt"/>
                <a:cs typeface="Courier New"/>
              </a:rPr>
              <a:t>String out = </a:t>
            </a:r>
            <a:r>
              <a:rPr lang="en-IN" dirty="0" err="1">
                <a:latin typeface="+mj-lt"/>
                <a:cs typeface="Courier New"/>
              </a:rPr>
              <a:t>String.join</a:t>
            </a:r>
            <a:r>
              <a:rPr lang="en-IN" dirty="0">
                <a:latin typeface="+mj-lt"/>
                <a:cs typeface="Courier New"/>
              </a:rPr>
              <a:t>(" | ", </a:t>
            </a:r>
            <a:r>
              <a:rPr lang="en-IN" dirty="0">
                <a:latin typeface="Courier New"/>
                <a:cs typeface="Courier New"/>
              </a:rPr>
              <a:t>f);</a:t>
            </a:r>
          </a:p>
          <a:p>
            <a:pPr algn="ctr"/>
            <a:endParaRPr lang="en-IN" dirty="0">
              <a:solidFill>
                <a:srgbClr val="FF0000"/>
              </a:solidFill>
              <a:latin typeface="Copperplate Gothic Light" panose="020E0507020206020404" pitchFamily="34" charset="0"/>
            </a:endParaRPr>
          </a:p>
        </p:txBody>
      </p:sp>
    </p:spTree>
    <p:extLst>
      <p:ext uri="{BB962C8B-B14F-4D97-AF65-F5344CB8AC3E}">
        <p14:creationId xmlns:p14="http://schemas.microsoft.com/office/powerpoint/2010/main" val="1536092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D43469-EFDF-03FC-9179-55CCB7395205}"/>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F9F15B68-077D-9C0B-8F62-2B326FCA857B}"/>
              </a:ext>
            </a:extLst>
          </p:cNvPr>
          <p:cNvSpPr>
            <a:spLocks noGrp="1"/>
          </p:cNvSpPr>
          <p:nvPr>
            <p:ph type="sldNum" sz="quarter" idx="12"/>
          </p:nvPr>
        </p:nvSpPr>
        <p:spPr/>
        <p:txBody>
          <a:bodyPr/>
          <a:lstStyle/>
          <a:p>
            <a:fld id="{CB012AB6-14AF-4351-87AD-D420B05274E1}" type="slidenum">
              <a:rPr lang="en-IN" smtClean="0"/>
              <a:t>14</a:t>
            </a:fld>
            <a:endParaRPr lang="en-IN"/>
          </a:p>
        </p:txBody>
      </p:sp>
      <p:sp>
        <p:nvSpPr>
          <p:cNvPr id="5" name="TextBox 4">
            <a:extLst>
              <a:ext uri="{FF2B5EF4-FFF2-40B4-BE49-F238E27FC236}">
                <a16:creationId xmlns:a16="http://schemas.microsoft.com/office/drawing/2014/main" id="{CD08D7B4-34D9-2BD6-DB45-3BDDFEC9DB84}"/>
              </a:ext>
            </a:extLst>
          </p:cNvPr>
          <p:cNvSpPr txBox="1"/>
          <p:nvPr/>
        </p:nvSpPr>
        <p:spPr>
          <a:xfrm>
            <a:off x="723900" y="573524"/>
            <a:ext cx="10010275" cy="769441"/>
          </a:xfrm>
          <a:prstGeom prst="rect">
            <a:avLst/>
          </a:prstGeom>
          <a:noFill/>
        </p:spPr>
        <p:txBody>
          <a:bodyPr wrap="square">
            <a:spAutoFit/>
          </a:bodyPr>
          <a:lstStyle/>
          <a:p>
            <a:pPr>
              <a:buNone/>
            </a:pPr>
            <a:r>
              <a:rPr lang="en-IN" sz="4400" dirty="0">
                <a:latin typeface="Sitka Heading Semibold" pitchFamily="2" charset="0"/>
              </a:rPr>
              <a:t>Module 5 (CO 5): Sorting &amp; File I/O</a:t>
            </a:r>
          </a:p>
        </p:txBody>
      </p:sp>
      <p:sp>
        <p:nvSpPr>
          <p:cNvPr id="6" name="Rectangle 5">
            <a:extLst>
              <a:ext uri="{FF2B5EF4-FFF2-40B4-BE49-F238E27FC236}">
                <a16:creationId xmlns:a16="http://schemas.microsoft.com/office/drawing/2014/main" id="{667B098D-7A4A-C673-C20E-1445ACE904B2}"/>
              </a:ext>
            </a:extLst>
          </p:cNvPr>
          <p:cNvSpPr/>
          <p:nvPr/>
        </p:nvSpPr>
        <p:spPr>
          <a:xfrm>
            <a:off x="838200" y="1459832"/>
            <a:ext cx="5257800" cy="26950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Comparable &amp; Comparator</a:t>
            </a:r>
          </a:p>
          <a:p>
            <a:r>
              <a:rPr lang="en-IN" dirty="0"/>
              <a:t>Order the queue: level first, then wait time</a:t>
            </a:r>
          </a:p>
          <a:p>
            <a:r>
              <a:rPr lang="en-IN" dirty="0">
                <a:latin typeface="+mj-lt"/>
                <a:cs typeface="Courier New"/>
              </a:rPr>
              <a:t>class Patient implements Comparable&lt;Patient&gt; {</a:t>
            </a:r>
          </a:p>
          <a:p>
            <a:r>
              <a:rPr lang="en-IN" dirty="0">
                <a:latin typeface="+mj-lt"/>
                <a:cs typeface="Courier New"/>
              </a:rPr>
              <a:t>  public int </a:t>
            </a:r>
            <a:r>
              <a:rPr lang="en-IN" dirty="0" err="1">
                <a:latin typeface="+mj-lt"/>
                <a:cs typeface="Courier New"/>
              </a:rPr>
              <a:t>compareTo</a:t>
            </a:r>
            <a:r>
              <a:rPr lang="en-IN" dirty="0">
                <a:latin typeface="+mj-lt"/>
                <a:cs typeface="Courier New"/>
              </a:rPr>
              <a:t>(Patient o) {</a:t>
            </a:r>
          </a:p>
          <a:p>
            <a:r>
              <a:rPr lang="en-IN" dirty="0">
                <a:latin typeface="+mj-lt"/>
                <a:cs typeface="Courier New"/>
              </a:rPr>
              <a:t>    return </a:t>
            </a:r>
            <a:r>
              <a:rPr lang="en-IN" dirty="0" err="1">
                <a:latin typeface="+mj-lt"/>
                <a:cs typeface="Courier New"/>
              </a:rPr>
              <a:t>Integer.compare</a:t>
            </a:r>
            <a:r>
              <a:rPr lang="en-IN" dirty="0">
                <a:latin typeface="+mj-lt"/>
                <a:cs typeface="Courier New"/>
              </a:rPr>
              <a:t>(level, </a:t>
            </a:r>
            <a:r>
              <a:rPr lang="en-IN" dirty="0" err="1">
                <a:latin typeface="+mj-lt"/>
                <a:cs typeface="Courier New"/>
              </a:rPr>
              <a:t>o.level</a:t>
            </a:r>
            <a:r>
              <a:rPr lang="en-IN" dirty="0">
                <a:latin typeface="+mj-lt"/>
                <a:cs typeface="Courier New"/>
              </a:rPr>
              <a:t>);</a:t>
            </a:r>
          </a:p>
          <a:p>
            <a:r>
              <a:rPr lang="en-IN" dirty="0">
                <a:latin typeface="+mj-lt"/>
                <a:cs typeface="Courier New"/>
              </a:rPr>
              <a:t>  }</a:t>
            </a:r>
          </a:p>
          <a:p>
            <a:r>
              <a:rPr lang="en-IN" dirty="0">
                <a:latin typeface="+mj-lt"/>
                <a:cs typeface="Courier New"/>
              </a:rPr>
              <a:t>}</a:t>
            </a:r>
          </a:p>
          <a:p>
            <a:r>
              <a:rPr lang="en-IN" dirty="0">
                <a:latin typeface="+mj-lt"/>
                <a:cs typeface="Courier New"/>
              </a:rPr>
              <a:t>Comparator&lt;Patient&gt; </a:t>
            </a:r>
            <a:r>
              <a:rPr lang="en-IN" dirty="0" err="1">
                <a:latin typeface="+mj-lt"/>
                <a:cs typeface="Courier New"/>
              </a:rPr>
              <a:t>byWait</a:t>
            </a:r>
            <a:r>
              <a:rPr lang="en-IN" dirty="0">
                <a:latin typeface="+mj-lt"/>
                <a:cs typeface="Courier New"/>
              </a:rPr>
              <a:t> =</a:t>
            </a:r>
          </a:p>
          <a:p>
            <a:r>
              <a:rPr lang="en-IN" dirty="0">
                <a:latin typeface="+mj-lt"/>
                <a:cs typeface="Courier New"/>
              </a:rPr>
              <a:t>  </a:t>
            </a:r>
            <a:r>
              <a:rPr lang="en-IN" dirty="0" err="1">
                <a:latin typeface="+mj-lt"/>
                <a:cs typeface="Courier New"/>
              </a:rPr>
              <a:t>Comparator.comparingInt</a:t>
            </a:r>
            <a:r>
              <a:rPr lang="en-IN" dirty="0">
                <a:latin typeface="+mj-lt"/>
                <a:cs typeface="Courier New"/>
              </a:rPr>
              <a:t>(Patient::</a:t>
            </a:r>
            <a:r>
              <a:rPr lang="en-IN" dirty="0" err="1">
                <a:latin typeface="+mj-lt"/>
                <a:cs typeface="Courier New"/>
              </a:rPr>
              <a:t>getWait</a:t>
            </a:r>
            <a:r>
              <a:rPr lang="en-IN" dirty="0">
                <a:latin typeface="+mj-lt"/>
                <a:cs typeface="Courier New"/>
              </a:rPr>
              <a:t>);</a:t>
            </a:r>
          </a:p>
          <a:p>
            <a:pPr algn="ctr"/>
            <a:endParaRPr lang="en-IN" dirty="0">
              <a:solidFill>
                <a:srgbClr val="FF0000"/>
              </a:solidFill>
              <a:latin typeface="Copperplate Gothic Light" panose="020E0507020206020404" pitchFamily="34" charset="0"/>
            </a:endParaRPr>
          </a:p>
        </p:txBody>
      </p:sp>
      <p:sp>
        <p:nvSpPr>
          <p:cNvPr id="7" name="Rectangle 6">
            <a:extLst>
              <a:ext uri="{FF2B5EF4-FFF2-40B4-BE49-F238E27FC236}">
                <a16:creationId xmlns:a16="http://schemas.microsoft.com/office/drawing/2014/main" id="{330EA9A9-F1F1-2E18-7C2B-D9851FC332BE}"/>
              </a:ext>
            </a:extLst>
          </p:cNvPr>
          <p:cNvSpPr/>
          <p:nvPr/>
        </p:nvSpPr>
        <p:spPr>
          <a:xfrm>
            <a:off x="838200" y="4271772"/>
            <a:ext cx="5257800" cy="24497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Read &amp; write files</a:t>
            </a:r>
          </a:p>
          <a:p>
            <a:r>
              <a:rPr lang="en-IN" dirty="0"/>
              <a:t>Save patients using </a:t>
            </a:r>
            <a:r>
              <a:rPr lang="en-IN" dirty="0" err="1"/>
              <a:t>java.nio.file</a:t>
            </a:r>
            <a:r>
              <a:rPr lang="en-IN" dirty="0"/>
              <a:t>.</a:t>
            </a:r>
          </a:p>
          <a:p>
            <a:r>
              <a:rPr lang="en-IN" dirty="0">
                <a:latin typeface="+mj-lt"/>
                <a:cs typeface="Courier New"/>
              </a:rPr>
              <a:t>Path p = </a:t>
            </a:r>
            <a:r>
              <a:rPr lang="en-IN" dirty="0" err="1">
                <a:latin typeface="+mj-lt"/>
                <a:cs typeface="Courier New"/>
              </a:rPr>
              <a:t>Path.of</a:t>
            </a:r>
            <a:r>
              <a:rPr lang="en-IN" dirty="0">
                <a:latin typeface="+mj-lt"/>
                <a:cs typeface="Courier New"/>
              </a:rPr>
              <a:t>("patients.csv");</a:t>
            </a:r>
          </a:p>
          <a:p>
            <a:r>
              <a:rPr lang="en-IN" dirty="0">
                <a:latin typeface="+mj-lt"/>
                <a:cs typeface="Courier New"/>
              </a:rPr>
              <a:t>List&lt;String&gt; lines = </a:t>
            </a:r>
            <a:r>
              <a:rPr lang="en-IN" dirty="0" err="1">
                <a:latin typeface="+mj-lt"/>
                <a:cs typeface="Courier New"/>
              </a:rPr>
              <a:t>Files.readAllLines</a:t>
            </a:r>
            <a:r>
              <a:rPr lang="en-IN" dirty="0">
                <a:latin typeface="+mj-lt"/>
                <a:cs typeface="Courier New"/>
              </a:rPr>
              <a:t>(p);</a:t>
            </a:r>
          </a:p>
          <a:p>
            <a:r>
              <a:rPr lang="en-IN" dirty="0" err="1">
                <a:latin typeface="+mj-lt"/>
                <a:cs typeface="Courier New"/>
              </a:rPr>
              <a:t>Files.writeString</a:t>
            </a:r>
            <a:r>
              <a:rPr lang="en-IN" dirty="0">
                <a:latin typeface="+mj-lt"/>
                <a:cs typeface="Courier New"/>
              </a:rPr>
              <a:t>(p, rec + "\n",</a:t>
            </a:r>
          </a:p>
          <a:p>
            <a:r>
              <a:rPr lang="en-IN" dirty="0">
                <a:latin typeface="+mj-lt"/>
                <a:cs typeface="Courier New"/>
              </a:rPr>
              <a:t>  </a:t>
            </a:r>
            <a:r>
              <a:rPr lang="en-IN" dirty="0" err="1">
                <a:latin typeface="+mj-lt"/>
                <a:cs typeface="Courier New"/>
              </a:rPr>
              <a:t>StandardOpenOption.APPEND</a:t>
            </a:r>
            <a:r>
              <a:rPr lang="en-IN" dirty="0">
                <a:latin typeface="+mj-lt"/>
                <a:cs typeface="Courier New"/>
              </a:rPr>
              <a:t>,</a:t>
            </a:r>
          </a:p>
          <a:p>
            <a:r>
              <a:rPr lang="en-IN" dirty="0">
                <a:latin typeface="+mj-lt"/>
                <a:cs typeface="Courier New"/>
              </a:rPr>
              <a:t>  </a:t>
            </a:r>
            <a:r>
              <a:rPr lang="en-IN" dirty="0" err="1">
                <a:latin typeface="+mj-lt"/>
                <a:cs typeface="Courier New"/>
              </a:rPr>
              <a:t>StandardOpenOption.CREATE</a:t>
            </a:r>
            <a:r>
              <a:rPr lang="en-IN" dirty="0">
                <a:latin typeface="+mj-lt"/>
                <a:cs typeface="Courier New"/>
              </a:rPr>
              <a:t>);</a:t>
            </a:r>
          </a:p>
          <a:p>
            <a:pPr algn="ctr"/>
            <a:endParaRPr lang="en-IN" dirty="0">
              <a:solidFill>
                <a:srgbClr val="FF0000"/>
              </a:solidFill>
              <a:latin typeface="Copperplate Gothic Light" panose="020E0507020206020404" pitchFamily="34" charset="0"/>
            </a:endParaRPr>
          </a:p>
        </p:txBody>
      </p:sp>
      <p:sp>
        <p:nvSpPr>
          <p:cNvPr id="8" name="Rectangle 7">
            <a:extLst>
              <a:ext uri="{FF2B5EF4-FFF2-40B4-BE49-F238E27FC236}">
                <a16:creationId xmlns:a16="http://schemas.microsoft.com/office/drawing/2014/main" id="{F0383A2E-4413-516C-9E3F-CC7067F001CB}"/>
              </a:ext>
            </a:extLst>
          </p:cNvPr>
          <p:cNvSpPr/>
          <p:nvPr/>
        </p:nvSpPr>
        <p:spPr>
          <a:xfrm>
            <a:off x="6336632" y="1459832"/>
            <a:ext cx="5534526" cy="26950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Sort &amp; binary search</a:t>
            </a:r>
          </a:p>
          <a:p>
            <a:pPr algn="ctr"/>
            <a:r>
              <a:rPr lang="en-IN" dirty="0"/>
              <a:t>Library algorithms, no hand-written sort.</a:t>
            </a:r>
          </a:p>
          <a:p>
            <a:r>
              <a:rPr lang="en-IN" dirty="0" err="1">
                <a:latin typeface="+mj-lt"/>
                <a:cs typeface="Courier New"/>
              </a:rPr>
              <a:t>Arrays.sort</a:t>
            </a:r>
            <a:r>
              <a:rPr lang="en-IN" dirty="0">
                <a:latin typeface="+mj-lt"/>
                <a:cs typeface="Courier New"/>
              </a:rPr>
              <a:t>(</a:t>
            </a:r>
            <a:r>
              <a:rPr lang="en-IN" dirty="0" err="1">
                <a:latin typeface="+mj-lt"/>
                <a:cs typeface="Courier New"/>
              </a:rPr>
              <a:t>waitTimes</a:t>
            </a:r>
            <a:r>
              <a:rPr lang="en-IN" dirty="0">
                <a:latin typeface="+mj-lt"/>
                <a:cs typeface="Courier New"/>
              </a:rPr>
              <a:t>);</a:t>
            </a:r>
          </a:p>
          <a:p>
            <a:r>
              <a:rPr lang="en-IN" dirty="0" err="1">
                <a:latin typeface="+mj-lt"/>
                <a:cs typeface="Courier New"/>
              </a:rPr>
              <a:t>Collections.sort</a:t>
            </a:r>
            <a:r>
              <a:rPr lang="en-IN" dirty="0">
                <a:latin typeface="+mj-lt"/>
                <a:cs typeface="Courier New"/>
              </a:rPr>
              <a:t>(list);</a:t>
            </a:r>
          </a:p>
          <a:p>
            <a:r>
              <a:rPr lang="en-IN" dirty="0" err="1">
                <a:latin typeface="+mj-lt"/>
                <a:cs typeface="Courier New"/>
              </a:rPr>
              <a:t>Collections.sort</a:t>
            </a:r>
            <a:r>
              <a:rPr lang="en-IN" dirty="0">
                <a:latin typeface="+mj-lt"/>
                <a:cs typeface="Courier New"/>
              </a:rPr>
              <a:t>(list, </a:t>
            </a:r>
            <a:r>
              <a:rPr lang="en-IN" dirty="0" err="1">
                <a:latin typeface="+mj-lt"/>
                <a:cs typeface="Courier New"/>
              </a:rPr>
              <a:t>byWait</a:t>
            </a:r>
            <a:r>
              <a:rPr lang="en-IN" dirty="0">
                <a:latin typeface="+mj-lt"/>
                <a:cs typeface="Courier New"/>
              </a:rPr>
              <a:t>);</a:t>
            </a:r>
          </a:p>
          <a:p>
            <a:r>
              <a:rPr lang="en-IN" dirty="0">
                <a:latin typeface="+mj-lt"/>
                <a:cs typeface="Courier New"/>
              </a:rPr>
              <a:t>int </a:t>
            </a:r>
            <a:r>
              <a:rPr lang="en-IN" dirty="0" err="1">
                <a:latin typeface="+mj-lt"/>
                <a:cs typeface="Courier New"/>
              </a:rPr>
              <a:t>pos</a:t>
            </a:r>
            <a:r>
              <a:rPr lang="en-IN" dirty="0">
                <a:latin typeface="+mj-lt"/>
                <a:cs typeface="Courier New"/>
              </a:rPr>
              <a:t> = </a:t>
            </a:r>
            <a:r>
              <a:rPr lang="en-IN" dirty="0" err="1">
                <a:latin typeface="+mj-lt"/>
                <a:cs typeface="Courier New"/>
              </a:rPr>
              <a:t>Arrays.binarySearch</a:t>
            </a:r>
            <a:r>
              <a:rPr lang="en-IN" dirty="0">
                <a:latin typeface="+mj-lt"/>
                <a:cs typeface="Courier New"/>
              </a:rPr>
              <a:t>(</a:t>
            </a:r>
          </a:p>
          <a:p>
            <a:r>
              <a:rPr lang="en-IN" dirty="0">
                <a:latin typeface="+mj-lt"/>
                <a:cs typeface="Courier New"/>
              </a:rPr>
              <a:t>    </a:t>
            </a:r>
            <a:r>
              <a:rPr lang="en-IN" dirty="0" err="1">
                <a:latin typeface="+mj-lt"/>
                <a:cs typeface="Courier New"/>
              </a:rPr>
              <a:t>waitTimes</a:t>
            </a:r>
            <a:r>
              <a:rPr lang="en-IN" dirty="0">
                <a:latin typeface="+mj-lt"/>
                <a:cs typeface="Courier New"/>
              </a:rPr>
              <a:t>, 30);  // array must be sorted</a:t>
            </a:r>
          </a:p>
          <a:p>
            <a:pPr algn="ctr"/>
            <a:endParaRPr lang="en-IN" dirty="0">
              <a:solidFill>
                <a:srgbClr val="FF0000"/>
              </a:solidFill>
              <a:latin typeface="Copperplate Gothic Light" panose="020E0507020206020404" pitchFamily="34" charset="0"/>
            </a:endParaRPr>
          </a:p>
        </p:txBody>
      </p:sp>
      <p:sp>
        <p:nvSpPr>
          <p:cNvPr id="9" name="Rectangle 8">
            <a:extLst>
              <a:ext uri="{FF2B5EF4-FFF2-40B4-BE49-F238E27FC236}">
                <a16:creationId xmlns:a16="http://schemas.microsoft.com/office/drawing/2014/main" id="{1B5B09AE-7EC7-1251-DD8B-F8C16C72E1F2}"/>
              </a:ext>
            </a:extLst>
          </p:cNvPr>
          <p:cNvSpPr/>
          <p:nvPr/>
        </p:nvSpPr>
        <p:spPr>
          <a:xfrm>
            <a:off x="6336632" y="4271771"/>
            <a:ext cx="5534526" cy="24497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1400" dirty="0">
              <a:solidFill>
                <a:srgbClr val="FF0000"/>
              </a:solidFill>
              <a:latin typeface="Copperplate Gothic Light" panose="020E0507020206020404" pitchFamily="34" charset="0"/>
            </a:endParaRPr>
          </a:p>
          <a:p>
            <a:pPr algn="ctr"/>
            <a:endParaRPr lang="en-IN" sz="2000" dirty="0">
              <a:solidFill>
                <a:srgbClr val="FF0000"/>
              </a:solidFill>
              <a:latin typeface="Copperplate Gothic Light" panose="020E0507020206020404" pitchFamily="34" charset="0"/>
            </a:endParaRPr>
          </a:p>
          <a:p>
            <a:pPr algn="ctr"/>
            <a:r>
              <a:rPr lang="en-IN" sz="2000" dirty="0">
                <a:solidFill>
                  <a:srgbClr val="FF0000"/>
                </a:solidFill>
                <a:latin typeface="Copperplate Gothic Light" panose="020E0507020206020404" pitchFamily="34" charset="0"/>
              </a:rPr>
              <a:t>Try-with-resources &amp; bad records</a:t>
            </a:r>
          </a:p>
          <a:p>
            <a:r>
              <a:rPr lang="en-IN" sz="1600" dirty="0"/>
              <a:t>Missing file or bad line never stops the run</a:t>
            </a:r>
          </a:p>
          <a:p>
            <a:r>
              <a:rPr lang="en-IN" sz="1600" dirty="0">
                <a:latin typeface="+mj-lt"/>
                <a:cs typeface="Courier New"/>
              </a:rPr>
              <a:t>try (</a:t>
            </a:r>
            <a:r>
              <a:rPr lang="en-IN" sz="1600" dirty="0" err="1">
                <a:latin typeface="+mj-lt"/>
                <a:cs typeface="Courier New"/>
              </a:rPr>
              <a:t>BufferedReader</a:t>
            </a:r>
            <a:r>
              <a:rPr lang="en-IN" sz="1600" dirty="0">
                <a:latin typeface="+mj-lt"/>
                <a:cs typeface="Courier New"/>
              </a:rPr>
              <a:t> </a:t>
            </a:r>
            <a:r>
              <a:rPr lang="en-IN" sz="1600" dirty="0" err="1">
                <a:latin typeface="+mj-lt"/>
                <a:cs typeface="Courier New"/>
              </a:rPr>
              <a:t>br</a:t>
            </a:r>
            <a:r>
              <a:rPr lang="en-IN" sz="1600" dirty="0">
                <a:latin typeface="+mj-lt"/>
                <a:cs typeface="Courier New"/>
              </a:rPr>
              <a:t> =</a:t>
            </a:r>
          </a:p>
          <a:p>
            <a:r>
              <a:rPr lang="en-IN" sz="1600" dirty="0">
                <a:latin typeface="+mj-lt"/>
                <a:cs typeface="Courier New"/>
              </a:rPr>
              <a:t>     </a:t>
            </a:r>
            <a:r>
              <a:rPr lang="en-IN" sz="1600" dirty="0" err="1">
                <a:latin typeface="+mj-lt"/>
                <a:cs typeface="Courier New"/>
              </a:rPr>
              <a:t>Files.newBufferedReader</a:t>
            </a:r>
            <a:r>
              <a:rPr lang="en-IN" sz="1600" dirty="0">
                <a:latin typeface="+mj-lt"/>
                <a:cs typeface="Courier New"/>
              </a:rPr>
              <a:t>(p)) {</a:t>
            </a:r>
          </a:p>
          <a:p>
            <a:r>
              <a:rPr lang="en-IN" sz="1600" dirty="0">
                <a:latin typeface="+mj-lt"/>
                <a:cs typeface="Courier New"/>
              </a:rPr>
              <a:t>  String ln;</a:t>
            </a:r>
          </a:p>
          <a:p>
            <a:r>
              <a:rPr lang="en-IN" sz="1600" dirty="0">
                <a:latin typeface="+mj-lt"/>
                <a:cs typeface="Courier New"/>
              </a:rPr>
              <a:t>  while ((ln = </a:t>
            </a:r>
            <a:r>
              <a:rPr lang="en-IN" sz="1600" dirty="0" err="1">
                <a:latin typeface="+mj-lt"/>
                <a:cs typeface="Courier New"/>
              </a:rPr>
              <a:t>br.readLine</a:t>
            </a:r>
            <a:r>
              <a:rPr lang="en-IN" sz="1600" dirty="0">
                <a:latin typeface="+mj-lt"/>
                <a:cs typeface="Courier New"/>
              </a:rPr>
              <a:t>()) != null) {</a:t>
            </a:r>
          </a:p>
          <a:p>
            <a:r>
              <a:rPr lang="en-IN" sz="1600" dirty="0">
                <a:latin typeface="+mj-lt"/>
                <a:cs typeface="Courier New"/>
              </a:rPr>
              <a:t>    if (</a:t>
            </a:r>
            <a:r>
              <a:rPr lang="en-IN" sz="1600" dirty="0" err="1">
                <a:latin typeface="+mj-lt"/>
                <a:cs typeface="Courier New"/>
              </a:rPr>
              <a:t>ln.split</a:t>
            </a:r>
            <a:r>
              <a:rPr lang="en-IN" sz="1600" dirty="0">
                <a:latin typeface="+mj-lt"/>
                <a:cs typeface="Courier New"/>
              </a:rPr>
              <a:t>(",").length != 5) continue;</a:t>
            </a:r>
          </a:p>
          <a:p>
            <a:r>
              <a:rPr lang="en-IN" sz="1600" dirty="0">
                <a:latin typeface="+mj-lt"/>
                <a:cs typeface="Courier New"/>
              </a:rPr>
              <a:t>  }</a:t>
            </a:r>
          </a:p>
          <a:p>
            <a:r>
              <a:rPr lang="en-IN" sz="1600" dirty="0">
                <a:latin typeface="+mj-lt"/>
                <a:cs typeface="Courier New"/>
              </a:rPr>
              <a:t>} catch (</a:t>
            </a:r>
            <a:r>
              <a:rPr lang="en-IN" sz="1600" dirty="0" err="1">
                <a:latin typeface="+mj-lt"/>
                <a:cs typeface="Courier New"/>
              </a:rPr>
              <a:t>IOException</a:t>
            </a:r>
            <a:r>
              <a:rPr lang="en-IN" sz="1600" dirty="0">
                <a:latin typeface="+mj-lt"/>
                <a:cs typeface="Courier New"/>
              </a:rPr>
              <a:t> ex) { /* no file */ }</a:t>
            </a:r>
          </a:p>
          <a:p>
            <a:pPr algn="ctr"/>
            <a:r>
              <a:rPr lang="en-IN" sz="1600" dirty="0"/>
              <a:t>.</a:t>
            </a:r>
          </a:p>
          <a:p>
            <a:pPr algn="ctr"/>
            <a:endParaRPr lang="en-IN" sz="2000" dirty="0">
              <a:solidFill>
                <a:srgbClr val="FF0000"/>
              </a:solidFill>
              <a:latin typeface="Copperplate Gothic Light" panose="020E0507020206020404" pitchFamily="34" charset="0"/>
            </a:endParaRPr>
          </a:p>
        </p:txBody>
      </p:sp>
    </p:spTree>
    <p:extLst>
      <p:ext uri="{BB962C8B-B14F-4D97-AF65-F5344CB8AC3E}">
        <p14:creationId xmlns:p14="http://schemas.microsoft.com/office/powerpoint/2010/main" val="11800660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497278-978F-0DF3-943E-348A60B858AA}"/>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096E4C45-EFC4-57E6-7F76-86A5C49091EE}"/>
              </a:ext>
            </a:extLst>
          </p:cNvPr>
          <p:cNvSpPr>
            <a:spLocks noGrp="1"/>
          </p:cNvSpPr>
          <p:nvPr>
            <p:ph type="sldNum" sz="quarter" idx="12"/>
          </p:nvPr>
        </p:nvSpPr>
        <p:spPr/>
        <p:txBody>
          <a:bodyPr/>
          <a:lstStyle/>
          <a:p>
            <a:fld id="{CB012AB6-14AF-4351-87AD-D420B05274E1}" type="slidenum">
              <a:rPr lang="en-IN" smtClean="0"/>
              <a:t>15</a:t>
            </a:fld>
            <a:endParaRPr lang="en-IN"/>
          </a:p>
        </p:txBody>
      </p:sp>
      <p:sp>
        <p:nvSpPr>
          <p:cNvPr id="4" name="TextBox 3">
            <a:extLst>
              <a:ext uri="{FF2B5EF4-FFF2-40B4-BE49-F238E27FC236}">
                <a16:creationId xmlns:a16="http://schemas.microsoft.com/office/drawing/2014/main" id="{2F01EEA3-A67E-6FFE-1150-7B9B427C8C8E}"/>
              </a:ext>
            </a:extLst>
          </p:cNvPr>
          <p:cNvSpPr txBox="1"/>
          <p:nvPr/>
        </p:nvSpPr>
        <p:spPr>
          <a:xfrm>
            <a:off x="533400" y="487990"/>
            <a:ext cx="10168168" cy="769441"/>
          </a:xfrm>
          <a:prstGeom prst="rect">
            <a:avLst/>
          </a:prstGeom>
          <a:noFill/>
        </p:spPr>
        <p:txBody>
          <a:bodyPr wrap="none" rtlCol="0">
            <a:spAutoFit/>
          </a:bodyPr>
          <a:lstStyle/>
          <a:p>
            <a:r>
              <a:rPr lang="en-IN" sz="4400" dirty="0">
                <a:latin typeface="Sitka Text Semibold" pitchFamily="2" charset="0"/>
              </a:rPr>
              <a:t>Module</a:t>
            </a:r>
            <a:r>
              <a:rPr lang="en-IN" sz="4400" dirty="0">
                <a:latin typeface="Sitka Heading Semibold" pitchFamily="2" charset="0"/>
              </a:rPr>
              <a:t> 6 (CO 6): Collections &amp; Generics</a:t>
            </a:r>
          </a:p>
        </p:txBody>
      </p:sp>
      <p:sp>
        <p:nvSpPr>
          <p:cNvPr id="5" name="Rectangle 4">
            <a:extLst>
              <a:ext uri="{FF2B5EF4-FFF2-40B4-BE49-F238E27FC236}">
                <a16:creationId xmlns:a16="http://schemas.microsoft.com/office/drawing/2014/main" id="{6DD0FFA6-D4CC-098B-08B9-AF8537F2379E}"/>
              </a:ext>
            </a:extLst>
          </p:cNvPr>
          <p:cNvSpPr/>
          <p:nvPr/>
        </p:nvSpPr>
        <p:spPr>
          <a:xfrm>
            <a:off x="680885" y="1257431"/>
            <a:ext cx="5090650" cy="27038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err="1">
                <a:solidFill>
                  <a:srgbClr val="FF0000"/>
                </a:solidFill>
                <a:latin typeface="Copperplate Gothic Light" panose="020E0507020206020404" pitchFamily="34" charset="0"/>
              </a:rPr>
              <a:t>ArrayList</a:t>
            </a:r>
            <a:r>
              <a:rPr lang="en-IN" sz="2000" dirty="0">
                <a:solidFill>
                  <a:srgbClr val="FF0000"/>
                </a:solidFill>
                <a:latin typeface="Copperplate Gothic Light" panose="020E0507020206020404" pitchFamily="34" charset="0"/>
              </a:rPr>
              <a:t>&lt;Patient&gt;</a:t>
            </a:r>
          </a:p>
          <a:p>
            <a:r>
              <a:rPr lang="en-IN" sz="2000" dirty="0"/>
              <a:t>Typed list: the compiler blocks wrong types.</a:t>
            </a:r>
          </a:p>
          <a:p>
            <a:r>
              <a:rPr lang="en-IN" sz="2000" dirty="0">
                <a:latin typeface="+mj-lt"/>
                <a:cs typeface="Courier New"/>
              </a:rPr>
              <a:t>List&lt;Patient&gt; queue = new </a:t>
            </a:r>
            <a:r>
              <a:rPr lang="en-IN" sz="2000" dirty="0" err="1">
                <a:latin typeface="+mj-lt"/>
                <a:cs typeface="Courier New"/>
              </a:rPr>
              <a:t>ArrayList</a:t>
            </a:r>
            <a:r>
              <a:rPr lang="en-IN" sz="2000" dirty="0">
                <a:latin typeface="+mj-lt"/>
                <a:cs typeface="Courier New"/>
              </a:rPr>
              <a:t>&lt;&gt;();</a:t>
            </a:r>
          </a:p>
          <a:p>
            <a:r>
              <a:rPr lang="en-IN" sz="2000" dirty="0" err="1">
                <a:latin typeface="+mj-lt"/>
                <a:cs typeface="Courier New"/>
              </a:rPr>
              <a:t>queue.add</a:t>
            </a:r>
            <a:r>
              <a:rPr lang="en-IN" sz="2000" dirty="0">
                <a:latin typeface="+mj-lt"/>
                <a:cs typeface="Courier New"/>
              </a:rPr>
              <a:t>(new Patient("Asha", 34));</a:t>
            </a:r>
          </a:p>
          <a:p>
            <a:r>
              <a:rPr lang="en-IN" sz="2000" dirty="0" err="1">
                <a:latin typeface="+mj-lt"/>
                <a:cs typeface="Courier New"/>
              </a:rPr>
              <a:t>queue.remove</a:t>
            </a:r>
            <a:r>
              <a:rPr lang="en-IN" sz="2000" dirty="0">
                <a:latin typeface="+mj-lt"/>
                <a:cs typeface="Courier New"/>
              </a:rPr>
              <a:t>(0);</a:t>
            </a:r>
          </a:p>
          <a:p>
            <a:r>
              <a:rPr lang="en-IN" sz="2000" dirty="0" err="1">
                <a:latin typeface="+mj-lt"/>
                <a:cs typeface="Courier New"/>
              </a:rPr>
              <a:t>queue.get</a:t>
            </a:r>
            <a:r>
              <a:rPr lang="en-IN" sz="2000" dirty="0">
                <a:latin typeface="+mj-lt"/>
                <a:cs typeface="Courier New"/>
              </a:rPr>
              <a:t>(0);  </a:t>
            </a:r>
            <a:r>
              <a:rPr lang="en-IN" sz="2000" dirty="0" err="1">
                <a:latin typeface="+mj-lt"/>
                <a:cs typeface="Courier New"/>
              </a:rPr>
              <a:t>queue.size</a:t>
            </a:r>
            <a:r>
              <a:rPr lang="en-IN" sz="2000" dirty="0">
                <a:latin typeface="+mj-lt"/>
                <a:cs typeface="Courier New"/>
              </a:rPr>
              <a:t>();</a:t>
            </a:r>
          </a:p>
          <a:p>
            <a:r>
              <a:rPr lang="en-IN" sz="2000" dirty="0">
                <a:latin typeface="+mj-lt"/>
                <a:cs typeface="Courier New"/>
              </a:rPr>
              <a:t>for (Patient p : queue) print(p);</a:t>
            </a:r>
          </a:p>
          <a:p>
            <a:pPr algn="ctr"/>
            <a:endParaRPr lang="en-IN" sz="2000" dirty="0">
              <a:solidFill>
                <a:srgbClr val="FF0000"/>
              </a:solidFill>
              <a:latin typeface="Copperplate Gothic Light" panose="020E0507020206020404" pitchFamily="34" charset="0"/>
            </a:endParaRPr>
          </a:p>
        </p:txBody>
      </p:sp>
      <p:sp>
        <p:nvSpPr>
          <p:cNvPr id="6" name="Rectangle 5">
            <a:extLst>
              <a:ext uri="{FF2B5EF4-FFF2-40B4-BE49-F238E27FC236}">
                <a16:creationId xmlns:a16="http://schemas.microsoft.com/office/drawing/2014/main" id="{376DE21B-B1BF-40DF-5460-26AE0E250ECA}"/>
              </a:ext>
            </a:extLst>
          </p:cNvPr>
          <p:cNvSpPr/>
          <p:nvPr/>
        </p:nvSpPr>
        <p:spPr>
          <a:xfrm>
            <a:off x="5967663" y="1257431"/>
            <a:ext cx="5903495" cy="27038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HashMap: patient lookup</a:t>
            </a:r>
          </a:p>
          <a:p>
            <a:r>
              <a:rPr lang="en-IN" dirty="0"/>
              <a:t>Find a patient by ID in one step.</a:t>
            </a:r>
          </a:p>
          <a:p>
            <a:r>
              <a:rPr lang="en-IN" dirty="0">
                <a:latin typeface="+mj-lt"/>
                <a:cs typeface="Courier New"/>
              </a:rPr>
              <a:t>Map&lt;Integer, Patient&gt; </a:t>
            </a:r>
            <a:r>
              <a:rPr lang="en-IN" dirty="0" err="1">
                <a:latin typeface="+mj-lt"/>
                <a:cs typeface="Courier New"/>
              </a:rPr>
              <a:t>byId</a:t>
            </a:r>
            <a:r>
              <a:rPr lang="en-IN" dirty="0">
                <a:latin typeface="+mj-lt"/>
                <a:cs typeface="Courier New"/>
              </a:rPr>
              <a:t> = new HashMap&lt;&gt;();</a:t>
            </a:r>
          </a:p>
          <a:p>
            <a:r>
              <a:rPr lang="en-IN" dirty="0" err="1">
                <a:latin typeface="+mj-lt"/>
                <a:cs typeface="Courier New"/>
              </a:rPr>
              <a:t>byId.put</a:t>
            </a:r>
            <a:r>
              <a:rPr lang="en-IN" dirty="0">
                <a:latin typeface="+mj-lt"/>
                <a:cs typeface="Courier New"/>
              </a:rPr>
              <a:t>(101, p);</a:t>
            </a:r>
          </a:p>
          <a:p>
            <a:r>
              <a:rPr lang="en-IN" dirty="0">
                <a:latin typeface="+mj-lt"/>
                <a:cs typeface="Courier New"/>
              </a:rPr>
              <a:t>Patient f = </a:t>
            </a:r>
            <a:r>
              <a:rPr lang="en-IN" dirty="0" err="1">
                <a:latin typeface="+mj-lt"/>
                <a:cs typeface="Courier New"/>
              </a:rPr>
              <a:t>byId.get</a:t>
            </a:r>
            <a:r>
              <a:rPr lang="en-IN" dirty="0">
                <a:latin typeface="+mj-lt"/>
                <a:cs typeface="Courier New"/>
              </a:rPr>
              <a:t>(101);</a:t>
            </a:r>
          </a:p>
          <a:p>
            <a:r>
              <a:rPr lang="en-IN" dirty="0" err="1">
                <a:latin typeface="+mj-lt"/>
                <a:cs typeface="Courier New"/>
              </a:rPr>
              <a:t>byId.containsKey</a:t>
            </a:r>
            <a:r>
              <a:rPr lang="en-IN" dirty="0">
                <a:latin typeface="+mj-lt"/>
                <a:cs typeface="Courier New"/>
              </a:rPr>
              <a:t>(101);</a:t>
            </a:r>
          </a:p>
          <a:p>
            <a:r>
              <a:rPr lang="en-IN" dirty="0">
                <a:latin typeface="+mj-lt"/>
                <a:cs typeface="Courier New"/>
              </a:rPr>
              <a:t>for (var </a:t>
            </a:r>
            <a:r>
              <a:rPr lang="en-IN" dirty="0" err="1">
                <a:latin typeface="+mj-lt"/>
                <a:cs typeface="Courier New"/>
              </a:rPr>
              <a:t>en</a:t>
            </a:r>
            <a:r>
              <a:rPr lang="en-IN" dirty="0">
                <a:latin typeface="+mj-lt"/>
                <a:cs typeface="Courier New"/>
              </a:rPr>
              <a:t> : </a:t>
            </a:r>
            <a:r>
              <a:rPr lang="en-IN" dirty="0" err="1">
                <a:latin typeface="+mj-lt"/>
                <a:cs typeface="Courier New"/>
              </a:rPr>
              <a:t>byId.entrySet</a:t>
            </a:r>
            <a:r>
              <a:rPr lang="en-IN" dirty="0">
                <a:latin typeface="+mj-lt"/>
                <a:cs typeface="Courier New"/>
              </a:rPr>
              <a:t>()) { }</a:t>
            </a:r>
          </a:p>
          <a:p>
            <a:pPr algn="ctr"/>
            <a:endParaRPr lang="en-IN" dirty="0"/>
          </a:p>
        </p:txBody>
      </p:sp>
      <p:sp>
        <p:nvSpPr>
          <p:cNvPr id="7" name="Rectangle 6">
            <a:extLst>
              <a:ext uri="{FF2B5EF4-FFF2-40B4-BE49-F238E27FC236}">
                <a16:creationId xmlns:a16="http://schemas.microsoft.com/office/drawing/2014/main" id="{13FB16F5-D14D-9900-862E-495A9D2113C1}"/>
              </a:ext>
            </a:extLst>
          </p:cNvPr>
          <p:cNvSpPr/>
          <p:nvPr/>
        </p:nvSpPr>
        <p:spPr>
          <a:xfrm>
            <a:off x="680885" y="4090737"/>
            <a:ext cx="5090650" cy="263073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HashSet &amp; ordered </a:t>
            </a:r>
            <a:r>
              <a:rPr lang="en-IN" sz="2000" dirty="0" err="1">
                <a:solidFill>
                  <a:srgbClr val="FF0000"/>
                </a:solidFill>
                <a:latin typeface="Copperplate Gothic Light" panose="020E0507020206020404" pitchFamily="34" charset="0"/>
              </a:rPr>
              <a:t>TreeMap</a:t>
            </a:r>
            <a:endParaRPr lang="en-IN" sz="2000" dirty="0">
              <a:solidFill>
                <a:srgbClr val="FF0000"/>
              </a:solidFill>
              <a:latin typeface="Copperplate Gothic Light" panose="020E0507020206020404" pitchFamily="34" charset="0"/>
            </a:endParaRPr>
          </a:p>
          <a:p>
            <a:r>
              <a:rPr lang="en-IN" dirty="0"/>
              <a:t>No duplicates; keys kept sorted.</a:t>
            </a:r>
          </a:p>
          <a:p>
            <a:r>
              <a:rPr lang="en-IN" dirty="0">
                <a:latin typeface="+mj-lt"/>
                <a:cs typeface="Courier New"/>
              </a:rPr>
              <a:t>Set&lt;String&gt; allergies = new HashSet&lt;&gt;();</a:t>
            </a:r>
          </a:p>
          <a:p>
            <a:r>
              <a:rPr lang="en-IN" dirty="0" err="1">
                <a:latin typeface="+mj-lt"/>
                <a:cs typeface="Courier New"/>
              </a:rPr>
              <a:t>allergies.add</a:t>
            </a:r>
            <a:r>
              <a:rPr lang="en-IN" dirty="0">
                <a:latin typeface="+mj-lt"/>
                <a:cs typeface="Courier New"/>
              </a:rPr>
              <a:t>("Penicillin");  // no repeats</a:t>
            </a:r>
          </a:p>
          <a:p>
            <a:r>
              <a:rPr lang="en-IN" dirty="0">
                <a:latin typeface="+mj-lt"/>
                <a:cs typeface="Courier New"/>
              </a:rPr>
              <a:t>Map&lt;Integer, Integer&gt; </a:t>
            </a:r>
            <a:r>
              <a:rPr lang="en-IN" dirty="0" err="1">
                <a:latin typeface="+mj-lt"/>
                <a:cs typeface="Courier New"/>
              </a:rPr>
              <a:t>perLevel</a:t>
            </a:r>
            <a:r>
              <a:rPr lang="en-IN" dirty="0">
                <a:latin typeface="+mj-lt"/>
                <a:cs typeface="Courier New"/>
              </a:rPr>
              <a:t> =</a:t>
            </a:r>
          </a:p>
          <a:p>
            <a:r>
              <a:rPr lang="en-IN" dirty="0">
                <a:latin typeface="+mj-lt"/>
                <a:cs typeface="Courier New"/>
              </a:rPr>
              <a:t>    new </a:t>
            </a:r>
            <a:r>
              <a:rPr lang="en-IN" dirty="0" err="1">
                <a:latin typeface="+mj-lt"/>
                <a:cs typeface="Courier New"/>
              </a:rPr>
              <a:t>TreeMap</a:t>
            </a:r>
            <a:r>
              <a:rPr lang="en-IN" dirty="0">
                <a:latin typeface="+mj-lt"/>
                <a:cs typeface="Courier New"/>
              </a:rPr>
              <a:t>&lt;&gt;();</a:t>
            </a:r>
          </a:p>
          <a:p>
            <a:r>
              <a:rPr lang="en-IN" dirty="0" err="1">
                <a:latin typeface="+mj-lt"/>
                <a:cs typeface="Courier New"/>
              </a:rPr>
              <a:t>perLevel.merge</a:t>
            </a:r>
            <a:r>
              <a:rPr lang="en-IN" dirty="0">
                <a:latin typeface="+mj-lt"/>
                <a:cs typeface="Courier New"/>
              </a:rPr>
              <a:t>(level, 1, Integer::sum);</a:t>
            </a:r>
          </a:p>
          <a:p>
            <a:pPr algn="ctr"/>
            <a:endParaRPr lang="en-IN" dirty="0">
              <a:solidFill>
                <a:srgbClr val="FF0000"/>
              </a:solidFill>
              <a:latin typeface="Copperplate Gothic Light" panose="020E0507020206020404" pitchFamily="34" charset="0"/>
            </a:endParaRPr>
          </a:p>
        </p:txBody>
      </p:sp>
      <p:sp>
        <p:nvSpPr>
          <p:cNvPr id="9" name="Rectangle 8">
            <a:extLst>
              <a:ext uri="{FF2B5EF4-FFF2-40B4-BE49-F238E27FC236}">
                <a16:creationId xmlns:a16="http://schemas.microsoft.com/office/drawing/2014/main" id="{C0538B39-4C48-4B4C-A54A-FB653D3FA32D}"/>
              </a:ext>
            </a:extLst>
          </p:cNvPr>
          <p:cNvSpPr/>
          <p:nvPr/>
        </p:nvSpPr>
        <p:spPr>
          <a:xfrm>
            <a:off x="5967663" y="4090737"/>
            <a:ext cx="5903495" cy="263073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Autoboxing &amp; iterators</a:t>
            </a:r>
          </a:p>
          <a:p>
            <a:r>
              <a:rPr lang="en-IN" dirty="0"/>
              <a:t>int and Integer convert automatically.</a:t>
            </a:r>
          </a:p>
          <a:p>
            <a:r>
              <a:rPr lang="en-IN" dirty="0">
                <a:latin typeface="+mj-lt"/>
                <a:cs typeface="Courier New"/>
              </a:rPr>
              <a:t>List&lt;Integer&gt; waits = new </a:t>
            </a:r>
            <a:r>
              <a:rPr lang="en-IN" dirty="0" err="1">
                <a:latin typeface="+mj-lt"/>
                <a:cs typeface="Courier New"/>
              </a:rPr>
              <a:t>ArrayList</a:t>
            </a:r>
            <a:r>
              <a:rPr lang="en-IN" dirty="0">
                <a:latin typeface="+mj-lt"/>
                <a:cs typeface="Courier New"/>
              </a:rPr>
              <a:t>&lt;&gt;();</a:t>
            </a:r>
          </a:p>
          <a:p>
            <a:r>
              <a:rPr lang="en-IN" dirty="0" err="1">
                <a:latin typeface="+mj-lt"/>
                <a:cs typeface="Courier New"/>
              </a:rPr>
              <a:t>waits.add</a:t>
            </a:r>
            <a:r>
              <a:rPr lang="en-IN" dirty="0">
                <a:latin typeface="+mj-lt"/>
                <a:cs typeface="Courier New"/>
              </a:rPr>
              <a:t>(45);        // autoboxing</a:t>
            </a:r>
          </a:p>
          <a:p>
            <a:r>
              <a:rPr lang="en-IN" dirty="0">
                <a:latin typeface="+mj-lt"/>
                <a:cs typeface="Courier New"/>
              </a:rPr>
              <a:t>int w = </a:t>
            </a:r>
            <a:r>
              <a:rPr lang="en-IN" dirty="0" err="1">
                <a:latin typeface="+mj-lt"/>
                <a:cs typeface="Courier New"/>
              </a:rPr>
              <a:t>waits.get</a:t>
            </a:r>
            <a:r>
              <a:rPr lang="en-IN" dirty="0">
                <a:latin typeface="+mj-lt"/>
                <a:cs typeface="Courier New"/>
              </a:rPr>
              <a:t>(0); // unboxing</a:t>
            </a:r>
          </a:p>
          <a:p>
            <a:r>
              <a:rPr lang="en-IN" dirty="0">
                <a:latin typeface="+mj-lt"/>
                <a:cs typeface="Courier New"/>
              </a:rPr>
              <a:t>Iterator&lt;Patient&gt; it = </a:t>
            </a:r>
            <a:r>
              <a:rPr lang="en-IN" dirty="0" err="1">
                <a:latin typeface="+mj-lt"/>
                <a:cs typeface="Courier New"/>
              </a:rPr>
              <a:t>queue.iterator</a:t>
            </a:r>
            <a:r>
              <a:rPr lang="en-IN" dirty="0">
                <a:latin typeface="+mj-lt"/>
                <a:cs typeface="Courier New"/>
              </a:rPr>
              <a:t>();</a:t>
            </a:r>
          </a:p>
          <a:p>
            <a:r>
              <a:rPr lang="en-IN" dirty="0">
                <a:latin typeface="+mj-lt"/>
                <a:cs typeface="Courier New"/>
              </a:rPr>
              <a:t>while (</a:t>
            </a:r>
            <a:r>
              <a:rPr lang="en-IN" dirty="0" err="1">
                <a:latin typeface="+mj-lt"/>
                <a:cs typeface="Courier New"/>
              </a:rPr>
              <a:t>it.hasNext</a:t>
            </a:r>
            <a:r>
              <a:rPr lang="en-IN" dirty="0">
                <a:latin typeface="+mj-lt"/>
                <a:cs typeface="Courier New"/>
              </a:rPr>
              <a:t>()) {</a:t>
            </a:r>
          </a:p>
          <a:p>
            <a:r>
              <a:rPr lang="en-IN" dirty="0">
                <a:latin typeface="+mj-lt"/>
                <a:cs typeface="Courier New"/>
              </a:rPr>
              <a:t> if (</a:t>
            </a:r>
            <a:r>
              <a:rPr lang="en-IN" dirty="0" err="1">
                <a:latin typeface="+mj-lt"/>
                <a:cs typeface="Courier New"/>
              </a:rPr>
              <a:t>it.next</a:t>
            </a:r>
            <a:r>
              <a:rPr lang="en-IN" dirty="0">
                <a:latin typeface="+mj-lt"/>
                <a:cs typeface="Courier New"/>
              </a:rPr>
              <a:t>().done) </a:t>
            </a:r>
            <a:r>
              <a:rPr lang="en-IN" dirty="0" err="1">
                <a:latin typeface="+mj-lt"/>
                <a:cs typeface="Courier New"/>
              </a:rPr>
              <a:t>it.remove</a:t>
            </a:r>
            <a:r>
              <a:rPr lang="en-IN" dirty="0">
                <a:latin typeface="+mj-lt"/>
                <a:cs typeface="Courier New"/>
              </a:rPr>
              <a:t>(); }</a:t>
            </a:r>
          </a:p>
        </p:txBody>
      </p:sp>
    </p:spTree>
    <p:extLst>
      <p:ext uri="{BB962C8B-B14F-4D97-AF65-F5344CB8AC3E}">
        <p14:creationId xmlns:p14="http://schemas.microsoft.com/office/powerpoint/2010/main" val="3584501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90579A-056C-A7E2-621B-1F0122CC6AC9}"/>
              </a:ext>
            </a:extLst>
          </p:cNvPr>
          <p:cNvSpPr>
            <a:spLocks noGrp="1"/>
          </p:cNvSpPr>
          <p:nvPr>
            <p:ph type="dt" sz="half" idx="10"/>
          </p:nvPr>
        </p:nvSpPr>
        <p:spPr/>
        <p:txBody>
          <a:bodyPr/>
          <a:lstStyle/>
          <a:p>
            <a:fld id="{2FD85D5E-B9E5-4C7E-88B1-43A66A7C3488}" type="datetime1">
              <a:rPr lang="en-IN" smtClean="0"/>
              <a:t>15-10-2026</a:t>
            </a:fld>
            <a:endParaRPr lang="en-IN"/>
          </a:p>
        </p:txBody>
      </p:sp>
      <p:sp>
        <p:nvSpPr>
          <p:cNvPr id="3" name="Slide Number Placeholder 2">
            <a:extLst>
              <a:ext uri="{FF2B5EF4-FFF2-40B4-BE49-F238E27FC236}">
                <a16:creationId xmlns:a16="http://schemas.microsoft.com/office/drawing/2014/main" id="{95D7B120-2AA3-526E-6DDE-4377969A43EF}"/>
              </a:ext>
            </a:extLst>
          </p:cNvPr>
          <p:cNvSpPr>
            <a:spLocks noGrp="1"/>
          </p:cNvSpPr>
          <p:nvPr>
            <p:ph type="sldNum" sz="quarter" idx="12"/>
          </p:nvPr>
        </p:nvSpPr>
        <p:spPr/>
        <p:txBody>
          <a:bodyPr/>
          <a:lstStyle/>
          <a:p>
            <a:fld id="{CB012AB6-14AF-4351-87AD-D420B05274E1}" type="slidenum">
              <a:rPr lang="en-IN" smtClean="0"/>
              <a:t>16</a:t>
            </a:fld>
            <a:endParaRPr lang="en-IN"/>
          </a:p>
        </p:txBody>
      </p:sp>
      <p:sp>
        <p:nvSpPr>
          <p:cNvPr id="5" name="TextBox 4">
            <a:extLst>
              <a:ext uri="{FF2B5EF4-FFF2-40B4-BE49-F238E27FC236}">
                <a16:creationId xmlns:a16="http://schemas.microsoft.com/office/drawing/2014/main" id="{EDC4B1E5-7387-17BD-1149-625862B0C089}"/>
              </a:ext>
            </a:extLst>
          </p:cNvPr>
          <p:cNvSpPr txBox="1"/>
          <p:nvPr/>
        </p:nvSpPr>
        <p:spPr>
          <a:xfrm>
            <a:off x="595563" y="605607"/>
            <a:ext cx="11000874" cy="769441"/>
          </a:xfrm>
          <a:prstGeom prst="rect">
            <a:avLst/>
          </a:prstGeom>
          <a:noFill/>
        </p:spPr>
        <p:txBody>
          <a:bodyPr wrap="square">
            <a:spAutoFit/>
          </a:bodyPr>
          <a:lstStyle/>
          <a:p>
            <a:pPr>
              <a:buNone/>
            </a:pPr>
            <a:r>
              <a:rPr lang="en-IN" sz="4400" dirty="0">
                <a:latin typeface="Sitka Heading Semibold" pitchFamily="2" charset="0"/>
              </a:rPr>
              <a:t>Module 6 (CO 6): Lambdas &amp; Streams</a:t>
            </a:r>
          </a:p>
        </p:txBody>
      </p:sp>
      <p:sp>
        <p:nvSpPr>
          <p:cNvPr id="6" name="Rectangle 5">
            <a:extLst>
              <a:ext uri="{FF2B5EF4-FFF2-40B4-BE49-F238E27FC236}">
                <a16:creationId xmlns:a16="http://schemas.microsoft.com/office/drawing/2014/main" id="{044D6AAC-6ED4-2A75-61D6-19B3C957040A}"/>
              </a:ext>
            </a:extLst>
          </p:cNvPr>
          <p:cNvSpPr/>
          <p:nvPr/>
        </p:nvSpPr>
        <p:spPr>
          <a:xfrm>
            <a:off x="838200" y="1375048"/>
            <a:ext cx="4872789" cy="24910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Lambdas &amp; functional interfaces</a:t>
            </a:r>
          </a:p>
          <a:p>
            <a:r>
              <a:rPr lang="en-IN" dirty="0"/>
              <a:t>Pass behaviour as a parameter.</a:t>
            </a:r>
          </a:p>
          <a:p>
            <a:r>
              <a:rPr lang="en-IN" dirty="0">
                <a:latin typeface="+mj-lt"/>
                <a:cs typeface="Courier New"/>
              </a:rPr>
              <a:t>Predicate&lt;Patient&gt; critical = p -&gt; </a:t>
            </a:r>
            <a:r>
              <a:rPr lang="en-IN" dirty="0" err="1">
                <a:latin typeface="+mj-lt"/>
                <a:cs typeface="Courier New"/>
              </a:rPr>
              <a:t>p.level</a:t>
            </a:r>
            <a:r>
              <a:rPr lang="en-IN" dirty="0">
                <a:latin typeface="+mj-lt"/>
                <a:cs typeface="Courier New"/>
              </a:rPr>
              <a:t> == 1;</a:t>
            </a:r>
          </a:p>
          <a:p>
            <a:r>
              <a:rPr lang="en-IN" dirty="0">
                <a:latin typeface="+mj-lt"/>
                <a:cs typeface="Courier New"/>
              </a:rPr>
              <a:t>Function&lt;Patient, String&gt; nm = Patient::</a:t>
            </a:r>
            <a:r>
              <a:rPr lang="en-IN" dirty="0" err="1">
                <a:latin typeface="+mj-lt"/>
                <a:cs typeface="Courier New"/>
              </a:rPr>
              <a:t>getName</a:t>
            </a:r>
            <a:r>
              <a:rPr lang="en-IN" dirty="0">
                <a:latin typeface="+mj-lt"/>
                <a:cs typeface="Courier New"/>
              </a:rPr>
              <a:t>;</a:t>
            </a:r>
          </a:p>
          <a:p>
            <a:r>
              <a:rPr lang="en-IN" dirty="0">
                <a:latin typeface="+mj-lt"/>
                <a:cs typeface="Courier New"/>
              </a:rPr>
              <a:t>Consumer&lt;Patient&gt; show = p -&gt; print(p);</a:t>
            </a:r>
          </a:p>
          <a:p>
            <a:r>
              <a:rPr lang="en-IN" dirty="0">
                <a:latin typeface="+mj-lt"/>
                <a:cs typeface="Courier New"/>
              </a:rPr>
              <a:t>Supplier&lt;Patient&gt; blank = () -&gt; new Patient("?");</a:t>
            </a:r>
          </a:p>
        </p:txBody>
      </p:sp>
      <p:sp>
        <p:nvSpPr>
          <p:cNvPr id="7" name="Rectangle 6">
            <a:extLst>
              <a:ext uri="{FF2B5EF4-FFF2-40B4-BE49-F238E27FC236}">
                <a16:creationId xmlns:a16="http://schemas.microsoft.com/office/drawing/2014/main" id="{2A19206D-2A33-0BD3-F737-74175E91FD87}"/>
              </a:ext>
            </a:extLst>
          </p:cNvPr>
          <p:cNvSpPr/>
          <p:nvPr/>
        </p:nvSpPr>
        <p:spPr>
          <a:xfrm>
            <a:off x="6217318" y="1374599"/>
            <a:ext cx="4872789" cy="24910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sz="2000" dirty="0">
              <a:solidFill>
                <a:srgbClr val="FF0000"/>
              </a:solidFill>
              <a:latin typeface="Copperplate Gothic Light" panose="020E0507020206020404" pitchFamily="34" charset="0"/>
            </a:endParaRPr>
          </a:p>
          <a:p>
            <a:pPr algn="ctr"/>
            <a:r>
              <a:rPr lang="en-IN" sz="2000" dirty="0">
                <a:solidFill>
                  <a:srgbClr val="FF0000"/>
                </a:solidFill>
                <a:latin typeface="Copperplate Gothic Light" panose="020E0507020206020404" pitchFamily="34" charset="0"/>
              </a:rPr>
              <a:t>Stream pipeline</a:t>
            </a:r>
          </a:p>
          <a:p>
            <a:r>
              <a:rPr lang="en-IN" dirty="0"/>
              <a:t>Declarative processing of the queue.</a:t>
            </a:r>
          </a:p>
          <a:p>
            <a:r>
              <a:rPr lang="en-IN" dirty="0" err="1">
                <a:latin typeface="+mj-lt"/>
                <a:cs typeface="Courier New"/>
              </a:rPr>
              <a:t>queue.stream</a:t>
            </a:r>
            <a:r>
              <a:rPr lang="en-IN" dirty="0">
                <a:latin typeface="+mj-lt"/>
                <a:cs typeface="Courier New"/>
              </a:rPr>
              <a:t>()</a:t>
            </a:r>
          </a:p>
          <a:p>
            <a:r>
              <a:rPr lang="en-IN" dirty="0">
                <a:latin typeface="+mj-lt"/>
                <a:cs typeface="Courier New"/>
              </a:rPr>
              <a:t>  .filter(critical)</a:t>
            </a:r>
          </a:p>
          <a:p>
            <a:r>
              <a:rPr lang="en-IN" dirty="0">
                <a:latin typeface="+mj-lt"/>
                <a:cs typeface="Courier New"/>
              </a:rPr>
              <a:t>  .sorted(</a:t>
            </a:r>
            <a:r>
              <a:rPr lang="en-IN" dirty="0" err="1">
                <a:latin typeface="+mj-lt"/>
                <a:cs typeface="Courier New"/>
              </a:rPr>
              <a:t>byWait</a:t>
            </a:r>
            <a:r>
              <a:rPr lang="en-IN" dirty="0">
                <a:latin typeface="+mj-lt"/>
                <a:cs typeface="Courier New"/>
              </a:rPr>
              <a:t>)</a:t>
            </a:r>
          </a:p>
          <a:p>
            <a:r>
              <a:rPr lang="en-IN" dirty="0">
                <a:latin typeface="+mj-lt"/>
                <a:cs typeface="Courier New"/>
              </a:rPr>
              <a:t>  .limit(3)</a:t>
            </a:r>
          </a:p>
          <a:p>
            <a:r>
              <a:rPr lang="en-IN" dirty="0">
                <a:latin typeface="+mj-lt"/>
                <a:cs typeface="Courier New"/>
              </a:rPr>
              <a:t>  .map(Patient::</a:t>
            </a:r>
            <a:r>
              <a:rPr lang="en-IN" dirty="0" err="1">
                <a:latin typeface="+mj-lt"/>
                <a:cs typeface="Courier New"/>
              </a:rPr>
              <a:t>getName</a:t>
            </a:r>
            <a:r>
              <a:rPr lang="en-IN" dirty="0">
                <a:latin typeface="+mj-lt"/>
                <a:cs typeface="Courier New"/>
              </a:rPr>
              <a:t>)</a:t>
            </a:r>
          </a:p>
          <a:p>
            <a:r>
              <a:rPr lang="en-IN" dirty="0" err="1">
                <a:latin typeface="+mj-lt"/>
                <a:cs typeface="Courier New"/>
              </a:rPr>
              <a:t>forEach</a:t>
            </a:r>
            <a:r>
              <a:rPr lang="en-IN" dirty="0">
                <a:latin typeface="+mj-lt"/>
                <a:cs typeface="Courier New"/>
              </a:rPr>
              <a:t>(</a:t>
            </a:r>
            <a:r>
              <a:rPr lang="en-IN" dirty="0" err="1">
                <a:latin typeface="+mj-lt"/>
                <a:cs typeface="Courier New"/>
              </a:rPr>
              <a:t>System.out</a:t>
            </a:r>
            <a:r>
              <a:rPr lang="en-IN" dirty="0">
                <a:latin typeface="+mj-lt"/>
                <a:cs typeface="Courier New"/>
              </a:rPr>
              <a:t>::</a:t>
            </a:r>
            <a:r>
              <a:rPr lang="en-IN" dirty="0" err="1">
                <a:latin typeface="+mj-lt"/>
                <a:cs typeface="Courier New"/>
              </a:rPr>
              <a:t>println</a:t>
            </a:r>
            <a:r>
              <a:rPr lang="en-IN" dirty="0">
                <a:latin typeface="+mj-lt"/>
                <a:cs typeface="Courier New"/>
              </a:rPr>
              <a:t>);</a:t>
            </a:r>
          </a:p>
          <a:p>
            <a:pPr algn="ctr"/>
            <a:endParaRPr lang="en-IN" sz="2800" dirty="0">
              <a:latin typeface="Courier New"/>
              <a:cs typeface="Courier New"/>
            </a:endParaRPr>
          </a:p>
        </p:txBody>
      </p:sp>
      <p:sp>
        <p:nvSpPr>
          <p:cNvPr id="8" name="Rectangle 7">
            <a:extLst>
              <a:ext uri="{FF2B5EF4-FFF2-40B4-BE49-F238E27FC236}">
                <a16:creationId xmlns:a16="http://schemas.microsoft.com/office/drawing/2014/main" id="{1025C0AB-721B-9062-67E6-5BFC917163A2}"/>
              </a:ext>
            </a:extLst>
          </p:cNvPr>
          <p:cNvSpPr/>
          <p:nvPr/>
        </p:nvSpPr>
        <p:spPr>
          <a:xfrm>
            <a:off x="838199" y="4047813"/>
            <a:ext cx="4872789" cy="24910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Terminal operations</a:t>
            </a:r>
          </a:p>
          <a:p>
            <a:r>
              <a:rPr lang="en-IN" dirty="0"/>
              <a:t>Summaries in a single line.</a:t>
            </a:r>
          </a:p>
          <a:p>
            <a:r>
              <a:rPr lang="en-IN" dirty="0">
                <a:latin typeface="+mj-lt"/>
                <a:cs typeface="Courier New"/>
              </a:rPr>
              <a:t>long n = </a:t>
            </a:r>
            <a:r>
              <a:rPr lang="en-IN" dirty="0" err="1">
                <a:latin typeface="+mj-lt"/>
                <a:cs typeface="Courier New"/>
              </a:rPr>
              <a:t>queue.stream</a:t>
            </a:r>
            <a:r>
              <a:rPr lang="en-IN" dirty="0">
                <a:latin typeface="+mj-lt"/>
                <a:cs typeface="Courier New"/>
              </a:rPr>
              <a:t>().filter(critical).count();</a:t>
            </a:r>
          </a:p>
          <a:p>
            <a:r>
              <a:rPr lang="en-IN" dirty="0">
                <a:latin typeface="+mj-lt"/>
                <a:cs typeface="Courier New"/>
              </a:rPr>
              <a:t>int total = </a:t>
            </a:r>
            <a:r>
              <a:rPr lang="en-IN" dirty="0" err="1">
                <a:latin typeface="+mj-lt"/>
                <a:cs typeface="Courier New"/>
              </a:rPr>
              <a:t>waits.stream</a:t>
            </a:r>
            <a:r>
              <a:rPr lang="en-IN" dirty="0">
                <a:latin typeface="+mj-lt"/>
                <a:cs typeface="Courier New"/>
              </a:rPr>
              <a:t>()</a:t>
            </a:r>
          </a:p>
          <a:p>
            <a:r>
              <a:rPr lang="en-IN" dirty="0">
                <a:latin typeface="+mj-lt"/>
                <a:cs typeface="Courier New"/>
              </a:rPr>
              <a:t>  .reduce(0, Integer::sum);</a:t>
            </a:r>
          </a:p>
          <a:p>
            <a:r>
              <a:rPr lang="en-IN" dirty="0">
                <a:latin typeface="+mj-lt"/>
                <a:cs typeface="Courier New"/>
              </a:rPr>
              <a:t>List&lt;String&gt; names = </a:t>
            </a:r>
            <a:r>
              <a:rPr lang="en-IN" dirty="0" err="1">
                <a:latin typeface="+mj-lt"/>
                <a:cs typeface="Courier New"/>
              </a:rPr>
              <a:t>queue.stream</a:t>
            </a:r>
            <a:r>
              <a:rPr lang="en-IN" dirty="0">
                <a:latin typeface="+mj-lt"/>
                <a:cs typeface="Courier New"/>
              </a:rPr>
              <a:t>()</a:t>
            </a:r>
          </a:p>
          <a:p>
            <a:r>
              <a:rPr lang="en-IN" dirty="0">
                <a:latin typeface="+mj-lt"/>
                <a:cs typeface="Courier New"/>
              </a:rPr>
              <a:t>  .map(Patient::</a:t>
            </a:r>
            <a:r>
              <a:rPr lang="en-IN" dirty="0" err="1">
                <a:latin typeface="+mj-lt"/>
                <a:cs typeface="Courier New"/>
              </a:rPr>
              <a:t>getName</a:t>
            </a:r>
            <a:r>
              <a:rPr lang="en-IN" dirty="0">
                <a:latin typeface="+mj-lt"/>
                <a:cs typeface="Courier New"/>
              </a:rPr>
              <a:t>).distinct().</a:t>
            </a:r>
            <a:r>
              <a:rPr lang="en-IN" dirty="0" err="1">
                <a:latin typeface="+mj-lt"/>
                <a:cs typeface="Courier New"/>
              </a:rPr>
              <a:t>toList</a:t>
            </a:r>
            <a:r>
              <a:rPr lang="en-IN" dirty="0">
                <a:latin typeface="+mj-lt"/>
                <a:cs typeface="Courier New"/>
              </a:rPr>
              <a:t>();</a:t>
            </a:r>
          </a:p>
          <a:p>
            <a:pPr algn="ctr"/>
            <a:endParaRPr lang="en-IN" dirty="0">
              <a:latin typeface="Courier New"/>
              <a:cs typeface="Courier New"/>
            </a:endParaRPr>
          </a:p>
        </p:txBody>
      </p:sp>
      <p:sp>
        <p:nvSpPr>
          <p:cNvPr id="9" name="Rectangle 8">
            <a:extLst>
              <a:ext uri="{FF2B5EF4-FFF2-40B4-BE49-F238E27FC236}">
                <a16:creationId xmlns:a16="http://schemas.microsoft.com/office/drawing/2014/main" id="{03423B46-4061-6422-7E0F-CC7C2507C9D8}"/>
              </a:ext>
            </a:extLst>
          </p:cNvPr>
          <p:cNvSpPr/>
          <p:nvPr/>
        </p:nvSpPr>
        <p:spPr>
          <a:xfrm>
            <a:off x="6217318" y="4047812"/>
            <a:ext cx="4872789" cy="24910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dirty="0">
                <a:solidFill>
                  <a:srgbClr val="FF0000"/>
                </a:solidFill>
                <a:latin typeface="Copperplate Gothic Light" panose="020E0507020206020404" pitchFamily="34" charset="0"/>
              </a:rPr>
              <a:t>Collectors &amp; file streams</a:t>
            </a:r>
          </a:p>
          <a:p>
            <a:r>
              <a:rPr lang="en-IN" dirty="0"/>
              <a:t>Build shift reports from data.</a:t>
            </a:r>
          </a:p>
          <a:p>
            <a:r>
              <a:rPr lang="en-IN" dirty="0">
                <a:latin typeface="+mj-lt"/>
                <a:cs typeface="Courier New"/>
              </a:rPr>
              <a:t>Map&lt;Integer, Long&gt; </a:t>
            </a:r>
            <a:r>
              <a:rPr lang="en-IN" dirty="0" err="1">
                <a:latin typeface="+mj-lt"/>
                <a:cs typeface="Courier New"/>
              </a:rPr>
              <a:t>perLevel</a:t>
            </a:r>
            <a:r>
              <a:rPr lang="en-IN" dirty="0">
                <a:latin typeface="+mj-lt"/>
                <a:cs typeface="Courier New"/>
              </a:rPr>
              <a:t> = </a:t>
            </a:r>
            <a:r>
              <a:rPr lang="en-IN" dirty="0" err="1">
                <a:latin typeface="+mj-lt"/>
                <a:cs typeface="Courier New"/>
              </a:rPr>
              <a:t>queue.stream</a:t>
            </a:r>
            <a:r>
              <a:rPr lang="en-IN" dirty="0">
                <a:latin typeface="+mj-lt"/>
                <a:cs typeface="Courier New"/>
              </a:rPr>
              <a:t>()</a:t>
            </a:r>
          </a:p>
          <a:p>
            <a:r>
              <a:rPr lang="en-IN" dirty="0">
                <a:latin typeface="+mj-lt"/>
                <a:cs typeface="Courier New"/>
              </a:rPr>
              <a:t>  .collect(</a:t>
            </a:r>
            <a:r>
              <a:rPr lang="en-IN" dirty="0" err="1">
                <a:latin typeface="+mj-lt"/>
                <a:cs typeface="Courier New"/>
              </a:rPr>
              <a:t>Collectors.groupingBy</a:t>
            </a:r>
            <a:r>
              <a:rPr lang="en-IN" dirty="0">
                <a:latin typeface="+mj-lt"/>
                <a:cs typeface="Courier New"/>
              </a:rPr>
              <a:t>(</a:t>
            </a:r>
          </a:p>
          <a:p>
            <a:r>
              <a:rPr lang="en-IN" dirty="0">
                <a:latin typeface="+mj-lt"/>
                <a:cs typeface="Courier New"/>
              </a:rPr>
              <a:t>     Patient::</a:t>
            </a:r>
            <a:r>
              <a:rPr lang="en-IN" dirty="0" err="1">
                <a:latin typeface="+mj-lt"/>
                <a:cs typeface="Courier New"/>
              </a:rPr>
              <a:t>getLevel</a:t>
            </a:r>
            <a:r>
              <a:rPr lang="en-IN" dirty="0">
                <a:latin typeface="+mj-lt"/>
                <a:cs typeface="Courier New"/>
              </a:rPr>
              <a:t>, </a:t>
            </a:r>
            <a:r>
              <a:rPr lang="en-IN" dirty="0" err="1">
                <a:latin typeface="+mj-lt"/>
                <a:cs typeface="Courier New"/>
              </a:rPr>
              <a:t>Collectors.counting</a:t>
            </a:r>
            <a:r>
              <a:rPr lang="en-IN" dirty="0">
                <a:latin typeface="+mj-lt"/>
                <a:cs typeface="Courier New"/>
              </a:rPr>
              <a:t>()));</a:t>
            </a:r>
          </a:p>
          <a:p>
            <a:r>
              <a:rPr lang="en-IN" dirty="0">
                <a:latin typeface="+mj-lt"/>
                <a:cs typeface="Courier New"/>
              </a:rPr>
              <a:t>String s = </a:t>
            </a:r>
            <a:r>
              <a:rPr lang="en-IN" dirty="0" err="1">
                <a:latin typeface="+mj-lt"/>
                <a:cs typeface="Courier New"/>
              </a:rPr>
              <a:t>queue.stream</a:t>
            </a:r>
            <a:r>
              <a:rPr lang="en-IN" dirty="0">
                <a:latin typeface="+mj-lt"/>
                <a:cs typeface="Courier New"/>
              </a:rPr>
              <a:t>().map(Patient::</a:t>
            </a:r>
            <a:r>
              <a:rPr lang="en-IN" dirty="0" err="1">
                <a:latin typeface="+mj-lt"/>
                <a:cs typeface="Courier New"/>
              </a:rPr>
              <a:t>getName</a:t>
            </a:r>
            <a:r>
              <a:rPr lang="en-IN" dirty="0">
                <a:latin typeface="+mj-lt"/>
                <a:cs typeface="Courier New"/>
              </a:rPr>
              <a:t>)</a:t>
            </a:r>
          </a:p>
          <a:p>
            <a:r>
              <a:rPr lang="en-IN" dirty="0">
                <a:latin typeface="+mj-lt"/>
                <a:cs typeface="Courier New"/>
              </a:rPr>
              <a:t>  .collect(</a:t>
            </a:r>
            <a:r>
              <a:rPr lang="en-IN" dirty="0" err="1">
                <a:latin typeface="+mj-lt"/>
                <a:cs typeface="Courier New"/>
              </a:rPr>
              <a:t>Collectors.joining</a:t>
            </a:r>
            <a:r>
              <a:rPr lang="en-IN" dirty="0">
                <a:latin typeface="+mj-lt"/>
                <a:cs typeface="Courier New"/>
              </a:rPr>
              <a:t>(", "));</a:t>
            </a:r>
          </a:p>
          <a:p>
            <a:r>
              <a:rPr lang="en-IN" dirty="0" err="1">
                <a:latin typeface="+mj-lt"/>
                <a:cs typeface="Courier New"/>
              </a:rPr>
              <a:t>Files.lines</a:t>
            </a:r>
            <a:r>
              <a:rPr lang="en-IN" dirty="0">
                <a:latin typeface="+mj-lt"/>
                <a:cs typeface="Courier New"/>
              </a:rPr>
              <a:t>(p).</a:t>
            </a:r>
            <a:r>
              <a:rPr lang="en-IN" dirty="0" err="1">
                <a:latin typeface="+mj-lt"/>
                <a:cs typeface="Courier New"/>
              </a:rPr>
              <a:t>forEach</a:t>
            </a:r>
            <a:r>
              <a:rPr lang="en-IN" dirty="0">
                <a:latin typeface="+mj-lt"/>
                <a:cs typeface="Courier New"/>
              </a:rPr>
              <a:t>(</a:t>
            </a:r>
            <a:r>
              <a:rPr lang="en-IN" dirty="0" err="1">
                <a:latin typeface="+mj-lt"/>
                <a:cs typeface="Courier New"/>
              </a:rPr>
              <a:t>System.out</a:t>
            </a:r>
            <a:r>
              <a:rPr lang="en-IN" dirty="0">
                <a:latin typeface="+mj-lt"/>
                <a:cs typeface="Courier New"/>
              </a:rPr>
              <a:t>::</a:t>
            </a:r>
            <a:r>
              <a:rPr lang="en-IN" dirty="0" err="1">
                <a:latin typeface="+mj-lt"/>
                <a:cs typeface="Courier New"/>
              </a:rPr>
              <a:t>println</a:t>
            </a:r>
            <a:r>
              <a:rPr lang="en-IN" dirty="0">
                <a:latin typeface="+mj-lt"/>
                <a:cs typeface="Courier New"/>
              </a:rPr>
              <a:t>);</a:t>
            </a:r>
          </a:p>
        </p:txBody>
      </p:sp>
    </p:spTree>
    <p:extLst>
      <p:ext uri="{BB962C8B-B14F-4D97-AF65-F5344CB8AC3E}">
        <p14:creationId xmlns:p14="http://schemas.microsoft.com/office/powerpoint/2010/main" val="1058156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8D4BAD5-7EFF-4B1E-4929-B42B4691DD0D}"/>
              </a:ext>
            </a:extLst>
          </p:cNvPr>
          <p:cNvSpPr>
            <a:spLocks noGrp="1"/>
          </p:cNvSpPr>
          <p:nvPr>
            <p:ph type="dt" sz="half" idx="10"/>
          </p:nvPr>
        </p:nvSpPr>
        <p:spPr/>
        <p:txBody>
          <a:bodyPr/>
          <a:lstStyle/>
          <a:p>
            <a:fld id="{C1514C08-598A-44BF-A4B1-00F35979A9B0}" type="datetime1">
              <a:rPr lang="en-IN" smtClean="0"/>
              <a:t>15-10-2026</a:t>
            </a:fld>
            <a:endParaRPr lang="en-IN"/>
          </a:p>
        </p:txBody>
      </p:sp>
      <p:sp>
        <p:nvSpPr>
          <p:cNvPr id="5" name="Slide Number Placeholder 4">
            <a:extLst>
              <a:ext uri="{FF2B5EF4-FFF2-40B4-BE49-F238E27FC236}">
                <a16:creationId xmlns:a16="http://schemas.microsoft.com/office/drawing/2014/main" id="{793CFBAF-EF7C-CF04-7D6A-23B99B45B2CF}"/>
              </a:ext>
            </a:extLst>
          </p:cNvPr>
          <p:cNvSpPr>
            <a:spLocks noGrp="1"/>
          </p:cNvSpPr>
          <p:nvPr>
            <p:ph type="sldNum" sz="quarter" idx="12"/>
          </p:nvPr>
        </p:nvSpPr>
        <p:spPr/>
        <p:txBody>
          <a:bodyPr/>
          <a:lstStyle/>
          <a:p>
            <a:fld id="{CB012AB6-14AF-4351-87AD-D420B05274E1}" type="slidenum">
              <a:rPr lang="en-IN" smtClean="0"/>
              <a:t>17</a:t>
            </a:fld>
            <a:endParaRPr lang="en-IN"/>
          </a:p>
        </p:txBody>
      </p:sp>
      <p:sp>
        <p:nvSpPr>
          <p:cNvPr id="2" name="Title 1">
            <a:extLst>
              <a:ext uri="{FF2B5EF4-FFF2-40B4-BE49-F238E27FC236}">
                <a16:creationId xmlns:a16="http://schemas.microsoft.com/office/drawing/2014/main" id="{BDCEF2EB-DC8E-A39F-8C45-4CB81854799A}"/>
              </a:ext>
            </a:extLst>
          </p:cNvPr>
          <p:cNvSpPr>
            <a:spLocks noGrp="1"/>
          </p:cNvSpPr>
          <p:nvPr>
            <p:ph type="title" idx="4294967295"/>
          </p:nvPr>
        </p:nvSpPr>
        <p:spPr>
          <a:xfrm>
            <a:off x="640080" y="410845"/>
            <a:ext cx="10515600" cy="1325563"/>
          </a:xfrm>
        </p:spPr>
        <p:txBody>
          <a:bodyPr/>
          <a:lstStyle/>
          <a:p>
            <a:r>
              <a:rPr lang="en-IN">
                <a:latin typeface="Sitka Heading Semibold" pitchFamily="2" charset="0"/>
              </a:rPr>
              <a:t>Geo Tag Photo and git hub link</a:t>
            </a:r>
          </a:p>
        </p:txBody>
      </p:sp>
      <p:pic>
        <p:nvPicPr>
          <p:cNvPr id="7" name="Picture 6">
            <a:extLst>
              <a:ext uri="{FF2B5EF4-FFF2-40B4-BE49-F238E27FC236}">
                <a16:creationId xmlns:a16="http://schemas.microsoft.com/office/drawing/2014/main" id="{E723BD3B-7F10-8DDA-A5A9-4F0D66FF97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736408"/>
            <a:ext cx="5775960" cy="4251960"/>
          </a:xfrm>
          <a:prstGeom prst="rect">
            <a:avLst/>
          </a:prstGeom>
        </p:spPr>
      </p:pic>
      <p:sp>
        <p:nvSpPr>
          <p:cNvPr id="9" name="TextBox 8">
            <a:extLst>
              <a:ext uri="{FF2B5EF4-FFF2-40B4-BE49-F238E27FC236}">
                <a16:creationId xmlns:a16="http://schemas.microsoft.com/office/drawing/2014/main" id="{19D11DCD-C1C7-B68E-BB99-8EFBE4A780EC}"/>
              </a:ext>
            </a:extLst>
          </p:cNvPr>
          <p:cNvSpPr txBox="1"/>
          <p:nvPr/>
        </p:nvSpPr>
        <p:spPr>
          <a:xfrm>
            <a:off x="7330440" y="2672834"/>
            <a:ext cx="6096000" cy="369332"/>
          </a:xfrm>
          <a:prstGeom prst="rect">
            <a:avLst/>
          </a:prstGeom>
          <a:noFill/>
        </p:spPr>
        <p:txBody>
          <a:bodyPr wrap="square">
            <a:spAutoFit/>
          </a:bodyPr>
          <a:lstStyle/>
          <a:p>
            <a:r>
              <a:rPr lang="en-IN"/>
              <a:t>https://github.com/bruhathi0920</a:t>
            </a:r>
          </a:p>
        </p:txBody>
      </p:sp>
      <p:sp>
        <p:nvSpPr>
          <p:cNvPr id="11" name="TextBox 10">
            <a:extLst>
              <a:ext uri="{FF2B5EF4-FFF2-40B4-BE49-F238E27FC236}">
                <a16:creationId xmlns:a16="http://schemas.microsoft.com/office/drawing/2014/main" id="{E275B067-CAA6-BAC7-33A3-A9FBD5AB4093}"/>
              </a:ext>
            </a:extLst>
          </p:cNvPr>
          <p:cNvSpPr txBox="1"/>
          <p:nvPr/>
        </p:nvSpPr>
        <p:spPr>
          <a:xfrm>
            <a:off x="7021830" y="3042166"/>
            <a:ext cx="6713220" cy="369332"/>
          </a:xfrm>
          <a:prstGeom prst="rect">
            <a:avLst/>
          </a:prstGeom>
          <a:noFill/>
        </p:spPr>
        <p:txBody>
          <a:bodyPr wrap="square">
            <a:spAutoFit/>
          </a:bodyPr>
          <a:lstStyle/>
          <a:p>
            <a:r>
              <a:rPr lang="en-IN"/>
              <a:t>https://github.com/maddhikaharshithareddy</a:t>
            </a:r>
          </a:p>
        </p:txBody>
      </p:sp>
    </p:spTree>
    <p:extLst>
      <p:ext uri="{BB962C8B-B14F-4D97-AF65-F5344CB8AC3E}">
        <p14:creationId xmlns:p14="http://schemas.microsoft.com/office/powerpoint/2010/main" val="139677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Axis</Template>
  <TotalTime>129</TotalTime>
  <Words>2745</Words>
  <Application>Microsoft Office PowerPoint</Application>
  <PresentationFormat>Widescreen</PresentationFormat>
  <Paragraphs>459</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Aptos Display</vt:lpstr>
      <vt:lpstr>Arial</vt:lpstr>
      <vt:lpstr>Copperplate Gothic Light</vt:lpstr>
      <vt:lpstr>Courier New</vt:lpstr>
      <vt:lpstr>Sitka Heading Semibold</vt:lpstr>
      <vt:lpstr>Sitka Small Semibold</vt:lpstr>
      <vt:lpstr>Sitka Text Semibold</vt:lpstr>
      <vt:lpstr>Office Theme</vt:lpstr>
      <vt:lpstr>Hospital Emergency – Room Triage System Team No - 06</vt:lpstr>
      <vt:lpstr>Abstract</vt:lpstr>
      <vt:lpstr>Understanding Problem Statement</vt:lpstr>
      <vt:lpstr>Module 1 (CO 1): Java Foundation</vt:lpstr>
      <vt:lpstr>PowerPoint Presentation</vt:lpstr>
      <vt:lpstr>Module 2 (CO 2): Selection</vt:lpstr>
      <vt:lpstr>PowerPoint Presentation</vt:lpstr>
      <vt:lpstr>Module 3 (CO 3):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Geo Tag Photo and git hub link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Maddhika Harshitha Reddy</cp:lastModifiedBy>
  <cp:revision>1</cp:revision>
  <dcterms:created xsi:type="dcterms:W3CDTF">2026-09-15T09:57:10Z</dcterms:created>
  <dcterms:modified xsi:type="dcterms:W3CDTF">2026-10-15T09:07:53Z</dcterms:modified>
</cp:coreProperties>
</file>